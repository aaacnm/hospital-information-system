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7817120d244c1f" /><Relationship Type="http://schemas.openxmlformats.org/officeDocument/2006/relationships/extended-properties" Target="/docProps/app.xml" Id="Rd50f101e1f1242c0" /><Relationship Type="http://schemas.openxmlformats.org/officeDocument/2006/relationships/officeDocument" Target="/ppt/presentation.xml" Id="R59be96e67f2c42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d7f7159b06445e"/>
  </p:sldMasterIdLst>
  <p:notesMasterIdLst>
    <p:notesMasterId xmlns:r="http://schemas.openxmlformats.org/officeDocument/2006/relationships" r:id="R899fd8ce497f475f"/>
  </p:notesMasterIdLst>
  <p:sldIdLst>
    <p:sldId xmlns:r="http://schemas.openxmlformats.org/officeDocument/2006/relationships" id="256" r:id="R8f9c4e6015f448a1"/>
    <p:sldId xmlns:r="http://schemas.openxmlformats.org/officeDocument/2006/relationships" id="257" r:id="R42ca2eadae3b49c1"/>
    <p:sldId xmlns:r="http://schemas.openxmlformats.org/officeDocument/2006/relationships" id="258" r:id="R3e9e7b0417744e90"/>
    <p:sldId xmlns:r="http://schemas.openxmlformats.org/officeDocument/2006/relationships" id="259" r:id="R45fa144b0ecc4af5"/>
    <p:sldId xmlns:r="http://schemas.openxmlformats.org/officeDocument/2006/relationships" id="260" r:id="R6b508576c65c44e8"/>
    <p:sldId xmlns:r="http://schemas.openxmlformats.org/officeDocument/2006/relationships" id="261" r:id="R97bc0ccf010f4420"/>
    <p:sldId xmlns:r="http://schemas.openxmlformats.org/officeDocument/2006/relationships" id="262" r:id="R04351335e9874daa"/>
    <p:sldId xmlns:r="http://schemas.openxmlformats.org/officeDocument/2006/relationships" id="263" r:id="R4102a98b3ce942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6eda28ef074fc3" /><Relationship Type="http://schemas.openxmlformats.org/officeDocument/2006/relationships/slideMaster" Target="/ppt/slideMasters/slideMaster1.xml" Id="R61d7f7159b06445e" /><Relationship Type="http://schemas.openxmlformats.org/officeDocument/2006/relationships/notesMaster" Target="/ppt/notesMasters/notesMaster1.xml" Id="R899fd8ce497f475f" /><Relationship Type="http://schemas.openxmlformats.org/officeDocument/2006/relationships/presProps" Target="/ppt/presProps.xml" Id="R2db42da66d9e4311" /><Relationship Type="http://schemas.openxmlformats.org/officeDocument/2006/relationships/tableStyles" Target="/ppt/tableStyles.xml" Id="Rc1bc0767433e495f" /><Relationship Type="http://schemas.openxmlformats.org/officeDocument/2006/relationships/slide" Target="/ppt/slides/slide1.xml" Id="R8f9c4e6015f448a1" /><Relationship Type="http://schemas.openxmlformats.org/officeDocument/2006/relationships/slide" Target="/ppt/slides/slide2.xml" Id="R42ca2eadae3b49c1" /><Relationship Type="http://schemas.openxmlformats.org/officeDocument/2006/relationships/slide" Target="/ppt/slides/slide3.xml" Id="R3e9e7b0417744e90" /><Relationship Type="http://schemas.openxmlformats.org/officeDocument/2006/relationships/slide" Target="/ppt/slides/slide4.xml" Id="R45fa144b0ecc4af5" /><Relationship Type="http://schemas.openxmlformats.org/officeDocument/2006/relationships/slide" Target="/ppt/slides/slide5.xml" Id="R6b508576c65c44e8" /><Relationship Type="http://schemas.openxmlformats.org/officeDocument/2006/relationships/slide" Target="/ppt/slides/slide6.xml" Id="R97bc0ccf010f4420" /><Relationship Type="http://schemas.openxmlformats.org/officeDocument/2006/relationships/slide" Target="/ppt/slides/slide7.xml" Id="R04351335e9874daa" /><Relationship Type="http://schemas.openxmlformats.org/officeDocument/2006/relationships/slide" Target="/ppt/slides/slide8.xml" Id="R4102a98b3ce942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9a402fccba43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c50530bba94015" /><Relationship Type="http://schemas.openxmlformats.org/officeDocument/2006/relationships/notesMaster" Target="/ppt/notesMasters/notesMaster1.xml" Id="R9405d2950f964a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5019368c1c4b3f" /><Relationship Type="http://schemas.openxmlformats.org/officeDocument/2006/relationships/notesMaster" Target="/ppt/notesMasters/notesMaster1.xml" Id="Rda70495d9eda44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1cbba609a74e61" /><Relationship Type="http://schemas.openxmlformats.org/officeDocument/2006/relationships/notesMaster" Target="/ppt/notesMasters/notesMaster1.xml" Id="Ra0b65c96d8b540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b022779a034422" /><Relationship Type="http://schemas.openxmlformats.org/officeDocument/2006/relationships/notesMaster" Target="/ppt/notesMasters/notesMaster1.xml" Id="R3eb94296701847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b104b6e2994d76" /><Relationship Type="http://schemas.openxmlformats.org/officeDocument/2006/relationships/notesMaster" Target="/ppt/notesMasters/notesMaster1.xml" Id="Rc18cab54c24344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0ab913eed9489a" /><Relationship Type="http://schemas.openxmlformats.org/officeDocument/2006/relationships/notesMaster" Target="/ppt/notesMasters/notesMaster1.xml" Id="Rb43720f656b045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ec8098c46a416b" /><Relationship Type="http://schemas.openxmlformats.org/officeDocument/2006/relationships/notesMaster" Target="/ppt/notesMasters/notesMaster1.xml" Id="R9120da6ada2742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d4a1911c234a7e" /><Relationship Type="http://schemas.openxmlformats.org/officeDocument/2006/relationships/notesMaster" Target="/ppt/notesMasters/notesMaster1.xml" Id="R12e0810fa66448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依据老师第4至12课课件。只实现选定分系统的部分功能，不声称规范全文合规认证。代码与功能详见 docs/requirements.md。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功能主题对应老师课件；未编造2002规范条款编号。不含住院、真实医保、真实支付、PACS或区域平台联调。来源 docs/requirements.md。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收费时扣库存，发药不重复扣减。挂号不单独收取费用。来源 backend/app/services/business.py 与 docs/demo-script.md。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ER图和完整数据字典见docs/er.md；并发/回滚依据本轮测试。本机课程规模串行写，不宣称生产高并发。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使用shadcn/ui官方registry组件，见frontend/src/components/ui与docs/ui-design.md；截图工具受限时不使用示意图冒充页面截图。现场展示当前系统。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本轮已完成的本地测试和依赖升级后复测以docs/test-report.md为准；旧CI成功仅属于基础提交，未宣称新分支已推送。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见docs/security-review.md及docs/ai-compliance.md。未配置或验证真实外部模型。只使用虚构教学数据，不作为临床建议。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启动步骤见README.md；演示脚本见docs/demo-script.md。成员个人经历与人工复核由提交者按实际情况说明。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d5d062fa047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e11a5acf740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8d6461c9542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a5201b6c248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6b2e33f184b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72b482c3c48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70D311-7153-4E5E-B6DD-D1267352E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9F1ABC-C41A-47A2-9484-C3E12CFD5F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629CC3-4647-431A-8AC7-0D6BBF6C7F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477111-166A-42B4-91F2-0A9F233FCC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8C3695-D87A-4E33-A4AA-B96991A4C5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97970F-B747-4773-9957-4C8A603FE2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A33451-E990-432C-95A9-569F050DA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043F18-C592-4251-8DBC-B31A9D1CB0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51DD9B-265E-441C-8430-65037FC89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EF47D7-A469-47DB-914F-40BE39ADED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bf9da94de84017" /><Relationship Type="http://schemas.openxmlformats.org/officeDocument/2006/relationships/slideLayout" Target="/ppt/slideLayouts/slideLayout1.xml" Id="R3735173792d0418c" /><Relationship Type="http://schemas.openxmlformats.org/officeDocument/2006/relationships/slideLayout" Target="/ppt/slideLayouts/slideLayout2.xml" Id="R23c8914525844c67" /><Relationship Type="http://schemas.openxmlformats.org/officeDocument/2006/relationships/slideLayout" Target="/ppt/slideLayouts/slideLayout3.xml" Id="R62215d60a382476e" /><Relationship Type="http://schemas.openxmlformats.org/officeDocument/2006/relationships/slideLayout" Target="/ppt/slideLayouts/slideLayout4.xml" Id="R5906df0a376f4c55" /><Relationship Type="http://schemas.openxmlformats.org/officeDocument/2006/relationships/slideLayout" Target="/ppt/slideLayouts/slideLayout5.xml" Id="R7b353e16ef41424e" /><Relationship Type="http://schemas.openxmlformats.org/officeDocument/2006/relationships/slideLayout" Target="/ppt/slideLayouts/slideLayout6.xml" Id="R3ae634d109fd48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35173792d0418c"/>
    <p:sldLayoutId xmlns:r="http://schemas.openxmlformats.org/officeDocument/2006/relationships" id="2147483650" r:id="R23c8914525844c67"/>
    <p:sldLayoutId xmlns:r="http://schemas.openxmlformats.org/officeDocument/2006/relationships" id="2147483651" r:id="R62215d60a382476e"/>
    <p:sldLayoutId xmlns:r="http://schemas.openxmlformats.org/officeDocument/2006/relationships" id="2147483652" r:id="R5906df0a376f4c55"/>
    <p:sldLayoutId xmlns:r="http://schemas.openxmlformats.org/officeDocument/2006/relationships" id="2147483653" r:id="R7b353e16ef41424e"/>
    <p:sldLayoutId xmlns:r="http://schemas.openxmlformats.org/officeDocument/2006/relationships" id="2147483654" r:id="R3ae634d109fd48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322ad272e4f4b" /><Relationship Type="http://schemas.openxmlformats.org/officeDocument/2006/relationships/notesSlide" Target="/ppt/notesSlides/notesSlide1.xml" Id="R53478ff3675847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c64d8241b49e7" /><Relationship Type="http://schemas.openxmlformats.org/officeDocument/2006/relationships/notesSlide" Target="/ppt/notesSlides/notesSlide2.xml" Id="R3e0a429c949d4b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26bb1c4b084d65" /><Relationship Type="http://schemas.openxmlformats.org/officeDocument/2006/relationships/notesSlide" Target="/ppt/notesSlides/notesSlide3.xml" Id="R9dd08970a2f1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faae3491a64d0c" /><Relationship Type="http://schemas.openxmlformats.org/officeDocument/2006/relationships/notesSlide" Target="/ppt/notesSlides/notesSlide4.xml" Id="Re721e525027048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bd140045e405d" /><Relationship Type="http://schemas.openxmlformats.org/officeDocument/2006/relationships/notesSlide" Target="/ppt/notesSlides/notesSlide5.xml" Id="R6581ce23f6c14c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171316ea844e2" /><Relationship Type="http://schemas.openxmlformats.org/officeDocument/2006/relationships/notesSlide" Target="/ppt/notesSlides/notesSlide6.xml" Id="R7bd89696b3d745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63f8b603040b6" /><Relationship Type="http://schemas.openxmlformats.org/officeDocument/2006/relationships/notesSlide" Target="/ppt/notesSlides/notesSlide7.xml" Id="Re729cce8f2fb41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e8102c3f44d55" /><Relationship Type="http://schemas.openxmlformats.org/officeDocument/2006/relationships/notesSlide" Target="/ppt/notesSlides/notesSlide8.xml" Id="R384c4490697243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64CA9-055A-438C-8451-DAAE7C8C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9AC6AC"/>
                </a:solidFill>
              </a:defRPr>
            </a:defPPr>
            <a:lvl1pPr>
              <a:defRPr sz="2250" b="0">
                <a:solidFill>
                  <a:srgbClr val="9AC6AC"/>
                </a:solidFill>
              </a:defRPr>
            </a:lvl1pPr>
            <a:lvl2pPr>
              <a:defRPr sz="2250" b="0">
                <a:solidFill>
                  <a:srgbClr val="9AC6AC"/>
                </a:solidFill>
              </a:defRPr>
            </a:lvl2pPr>
            <a:lvl3pPr>
              <a:defRPr sz="2250" b="0">
                <a:solidFill>
                  <a:srgbClr val="9AC6AC"/>
                </a:solidFill>
              </a:defRPr>
            </a:lvl3pPr>
            <a:lvl4pPr>
              <a:defRPr sz="2250" b="0">
                <a:solidFill>
                  <a:srgbClr val="9AC6AC"/>
                </a:solidFill>
              </a:defRPr>
            </a:lvl4pPr>
            <a:lvl5pPr>
              <a:defRPr sz="2250" b="0">
                <a:solidFill>
                  <a:srgbClr val="9AC6AC"/>
                </a:solidFill>
              </a:defRPr>
            </a:lvl5pPr>
            <a:lvl6pPr>
              <a:defRPr sz="2250" b="0">
                <a:solidFill>
                  <a:srgbClr val="9AC6AC"/>
                </a:solidFill>
              </a:defRPr>
            </a:lvl6pPr>
            <a:lvl7pPr>
              <a:defRPr sz="2250" b="0">
                <a:solidFill>
                  <a:srgbClr val="9AC6AC"/>
                </a:solidFill>
              </a:defRPr>
            </a:lvl7pPr>
            <a:lvl8pPr>
              <a:defRPr sz="2250" b="0">
                <a:solidFill>
                  <a:srgbClr val="9AC6AC"/>
                </a:solidFill>
              </a:defRPr>
            </a:lvl8pPr>
            <a:lvl9pPr>
              <a:defRPr sz="2250" b="0">
                <a:solidFill>
                  <a:srgbClr val="9AC6AC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9AC6AC"/>
                </a:solidFill>
              </a:defRPr>
            </a:pPr>
            <a:r>
              <a:rPr sz="2250" b="0">
                <a:solidFill>
                  <a:srgbClr val="9AC6AC"/>
                </a:solidFill>
              </a:rPr>
              <a:t>和序 HIS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79929-9294-4AC5-A7B3-D1A18492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2F8EE"/>
                </a:solidFill>
              </a:defRPr>
            </a:defPPr>
            <a:lvl1pPr>
              <a:defRPr sz="4800" b="1">
                <a:solidFill>
                  <a:srgbClr val="F2F8EE"/>
                </a:solidFill>
              </a:defRPr>
            </a:lvl1pPr>
            <a:lvl2pPr>
              <a:defRPr sz="4800" b="1">
                <a:solidFill>
                  <a:srgbClr val="F2F8EE"/>
                </a:solidFill>
              </a:defRPr>
            </a:lvl2pPr>
            <a:lvl3pPr>
              <a:defRPr sz="4800" b="1">
                <a:solidFill>
                  <a:srgbClr val="F2F8EE"/>
                </a:solidFill>
              </a:defRPr>
            </a:lvl3pPr>
            <a:lvl4pPr>
              <a:defRPr sz="4800" b="1">
                <a:solidFill>
                  <a:srgbClr val="F2F8EE"/>
                </a:solidFill>
              </a:defRPr>
            </a:lvl4pPr>
            <a:lvl5pPr>
              <a:defRPr sz="4800" b="1">
                <a:solidFill>
                  <a:srgbClr val="F2F8EE"/>
                </a:solidFill>
              </a:defRPr>
            </a:lvl5pPr>
            <a:lvl6pPr>
              <a:defRPr sz="4800" b="1">
                <a:solidFill>
                  <a:srgbClr val="F2F8EE"/>
                </a:solidFill>
              </a:defRPr>
            </a:lvl6pPr>
            <a:lvl7pPr>
              <a:defRPr sz="4800" b="1">
                <a:solidFill>
                  <a:srgbClr val="F2F8EE"/>
                </a:solidFill>
              </a:defRPr>
            </a:lvl7pPr>
            <a:lvl8pPr>
              <a:defRPr sz="4800" b="1">
                <a:solidFill>
                  <a:srgbClr val="F2F8EE"/>
                </a:solidFill>
              </a:defRPr>
            </a:lvl8pPr>
            <a:lvl9pPr>
              <a:defRPr sz="4800" b="1">
                <a:solidFill>
                  <a:srgbClr val="F2F8EE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2F8EE"/>
                </a:solidFill>
              </a:defRPr>
            </a:pPr>
            <a:r>
              <a:rPr sz="4800" b="1">
                <a:solidFill>
                  <a:srgbClr val="F2F8EE"/>
                </a:solidFill>
              </a:rPr>
              <a:t>门诊业务闭环系统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48FF0-AC27-4300-A311-D829ECD7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B0C9B6"/>
                </a:solidFill>
              </a:defRPr>
            </a:defPPr>
            <a:lvl1pPr>
              <a:defRPr sz="2250" b="0">
                <a:solidFill>
                  <a:srgbClr val="B0C9B6"/>
                </a:solidFill>
              </a:defRPr>
            </a:lvl1pPr>
            <a:lvl2pPr>
              <a:defRPr sz="2250" b="0">
                <a:solidFill>
                  <a:srgbClr val="B0C9B6"/>
                </a:solidFill>
              </a:defRPr>
            </a:lvl2pPr>
            <a:lvl3pPr>
              <a:defRPr sz="2250" b="0">
                <a:solidFill>
                  <a:srgbClr val="B0C9B6"/>
                </a:solidFill>
              </a:defRPr>
            </a:lvl3pPr>
            <a:lvl4pPr>
              <a:defRPr sz="2250" b="0">
                <a:solidFill>
                  <a:srgbClr val="B0C9B6"/>
                </a:solidFill>
              </a:defRPr>
            </a:lvl4pPr>
            <a:lvl5pPr>
              <a:defRPr sz="2250" b="0">
                <a:solidFill>
                  <a:srgbClr val="B0C9B6"/>
                </a:solidFill>
              </a:defRPr>
            </a:lvl5pPr>
            <a:lvl6pPr>
              <a:defRPr sz="2250" b="0">
                <a:solidFill>
                  <a:srgbClr val="B0C9B6"/>
                </a:solidFill>
              </a:defRPr>
            </a:lvl6pPr>
            <a:lvl7pPr>
              <a:defRPr sz="2250" b="0">
                <a:solidFill>
                  <a:srgbClr val="B0C9B6"/>
                </a:solidFill>
              </a:defRPr>
            </a:lvl7pPr>
            <a:lvl8pPr>
              <a:defRPr sz="2250" b="0">
                <a:solidFill>
                  <a:srgbClr val="B0C9B6"/>
                </a:solidFill>
              </a:defRPr>
            </a:lvl8pPr>
            <a:lvl9pPr>
              <a:defRPr sz="2250" b="0">
                <a:solidFill>
                  <a:srgbClr val="B0C9B6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0C9B6"/>
                </a:solidFill>
              </a:defRPr>
            </a:pPr>
            <a:r>
              <a:rPr sz="2250" b="0">
                <a:solidFill>
                  <a:srgbClr val="B0C9B6"/>
                </a:solidFill>
              </a:rPr>
              <a:t>基于《医院信息系统基本功能规范》的课程设计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8CA4C-0A71-43C0-A75A-C7828ADA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624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CBAA6"/>
                </a:solidFill>
              </a:defRPr>
            </a:defPPr>
            <a:lvl1pPr>
              <a:defRPr sz="1875" b="0">
                <a:solidFill>
                  <a:srgbClr val="9CBAA6"/>
                </a:solidFill>
              </a:defRPr>
            </a:lvl1pPr>
            <a:lvl2pPr>
              <a:defRPr sz="1875" b="0">
                <a:solidFill>
                  <a:srgbClr val="9CBAA6"/>
                </a:solidFill>
              </a:defRPr>
            </a:lvl2pPr>
            <a:lvl3pPr>
              <a:defRPr sz="1875" b="0">
                <a:solidFill>
                  <a:srgbClr val="9CBAA6"/>
                </a:solidFill>
              </a:defRPr>
            </a:lvl3pPr>
            <a:lvl4pPr>
              <a:defRPr sz="1875" b="0">
                <a:solidFill>
                  <a:srgbClr val="9CBAA6"/>
                </a:solidFill>
              </a:defRPr>
            </a:lvl4pPr>
            <a:lvl5pPr>
              <a:defRPr sz="1875" b="0">
                <a:solidFill>
                  <a:srgbClr val="9CBAA6"/>
                </a:solidFill>
              </a:defRPr>
            </a:lvl5pPr>
            <a:lvl6pPr>
              <a:defRPr sz="1875" b="0">
                <a:solidFill>
                  <a:srgbClr val="9CBAA6"/>
                </a:solidFill>
              </a:defRPr>
            </a:lvl6pPr>
            <a:lvl7pPr>
              <a:defRPr sz="1875" b="0">
                <a:solidFill>
                  <a:srgbClr val="9CBAA6"/>
                </a:solidFill>
              </a:defRPr>
            </a:lvl7pPr>
            <a:lvl8pPr>
              <a:defRPr sz="1875" b="0">
                <a:solidFill>
                  <a:srgbClr val="9CBAA6"/>
                </a:solidFill>
              </a:defRPr>
            </a:lvl8pPr>
            <a:lvl9pPr>
              <a:defRPr sz="1875" b="0">
                <a:solidFill>
                  <a:srgbClr val="9CBAA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9CBAA6"/>
                </a:solidFill>
              </a:defRPr>
            </a:pPr>
            <a:r>
              <a:rPr sz="1875" b="0">
                <a:solidFill>
                  <a:srgbClr val="9CBAA6"/>
                </a:solidFill>
              </a:rPr>
              <a:t>门诊医生工作站 · 门诊收费 · 门诊药房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65259-0844-46EA-B43B-AF24EC3C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85A692"/>
                </a:solidFill>
              </a:defRPr>
            </a:defPPr>
            <a:lvl1pPr>
              <a:defRPr sz="1575" b="0">
                <a:solidFill>
                  <a:srgbClr val="85A692"/>
                </a:solidFill>
              </a:defRPr>
            </a:lvl1pPr>
            <a:lvl2pPr>
              <a:defRPr sz="1575" b="0">
                <a:solidFill>
                  <a:srgbClr val="85A692"/>
                </a:solidFill>
              </a:defRPr>
            </a:lvl2pPr>
            <a:lvl3pPr>
              <a:defRPr sz="1575" b="0">
                <a:solidFill>
                  <a:srgbClr val="85A692"/>
                </a:solidFill>
              </a:defRPr>
            </a:lvl3pPr>
            <a:lvl4pPr>
              <a:defRPr sz="1575" b="0">
                <a:solidFill>
                  <a:srgbClr val="85A692"/>
                </a:solidFill>
              </a:defRPr>
            </a:lvl4pPr>
            <a:lvl5pPr>
              <a:defRPr sz="1575" b="0">
                <a:solidFill>
                  <a:srgbClr val="85A692"/>
                </a:solidFill>
              </a:defRPr>
            </a:lvl5pPr>
            <a:lvl6pPr>
              <a:defRPr sz="1575" b="0">
                <a:solidFill>
                  <a:srgbClr val="85A692"/>
                </a:solidFill>
              </a:defRPr>
            </a:lvl6pPr>
            <a:lvl7pPr>
              <a:defRPr sz="1575" b="0">
                <a:solidFill>
                  <a:srgbClr val="85A692"/>
                </a:solidFill>
              </a:defRPr>
            </a:lvl7pPr>
            <a:lvl8pPr>
              <a:defRPr sz="1575" b="0">
                <a:solidFill>
                  <a:srgbClr val="85A692"/>
                </a:solidFill>
              </a:defRPr>
            </a:lvl8pPr>
            <a:lvl9pPr>
              <a:defRPr sz="1575" b="0">
                <a:solidFill>
                  <a:srgbClr val="85A69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85A692"/>
                </a:solidFill>
              </a:defRPr>
            </a:pPr>
            <a:r>
              <a:rPr sz="1575" b="0">
                <a:solidFill>
                  <a:srgbClr val="85A692"/>
                </a:solidFill>
              </a:rPr>
              <a:t>本机现场演示 / 2026.10</a:t>
            </a:r>
          </a:p>
        </p:txBody>
      </p:sp>
    </p:spTree>
    <p:extLst>
      <p:ext uri="{BB962C8B-B14F-4D97-AF65-F5344CB8AC3E}">
        <p14:creationId xmlns:p14="http://schemas.microsoft.com/office/powerpoint/2010/main" val="757823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65084-4042-4BA5-A05C-4CC3D4B2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</a:defRPr>
            </a:defPPr>
            <a:lvl1pPr>
              <a:defRPr sz="3450" b="1">
                <a:solidFill>
                  <a:srgbClr val="183E34"/>
                </a:solidFill>
              </a:defRPr>
            </a:lvl1pPr>
            <a:lvl2pPr>
              <a:defRPr sz="3450" b="1">
                <a:solidFill>
                  <a:srgbClr val="183E34"/>
                </a:solidFill>
              </a:defRPr>
            </a:lvl2pPr>
            <a:lvl3pPr>
              <a:defRPr sz="3450" b="1">
                <a:solidFill>
                  <a:srgbClr val="183E34"/>
                </a:solidFill>
              </a:defRPr>
            </a:lvl3pPr>
            <a:lvl4pPr>
              <a:defRPr sz="3450" b="1">
                <a:solidFill>
                  <a:srgbClr val="183E34"/>
                </a:solidFill>
              </a:defRPr>
            </a:lvl4pPr>
            <a:lvl5pPr>
              <a:defRPr sz="3450" b="1">
                <a:solidFill>
                  <a:srgbClr val="183E34"/>
                </a:solidFill>
              </a:defRPr>
            </a:lvl5pPr>
            <a:lvl6pPr>
              <a:defRPr sz="3450" b="1">
                <a:solidFill>
                  <a:srgbClr val="183E34"/>
                </a:solidFill>
              </a:defRPr>
            </a:lvl6pPr>
            <a:lvl7pPr>
              <a:defRPr sz="3450" b="1">
                <a:solidFill>
                  <a:srgbClr val="183E34"/>
                </a:solidFill>
              </a:defRPr>
            </a:lvl7pPr>
            <a:lvl8pPr>
              <a:defRPr sz="3450" b="1">
                <a:solidFill>
                  <a:srgbClr val="183E34"/>
                </a:solidFill>
              </a:defRPr>
            </a:lvl8pPr>
            <a:lvl9pPr>
              <a:defRPr sz="3450" b="1">
                <a:solidFill>
                  <a:srgbClr val="183E3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</a:defRPr>
            </a:pPr>
            <a:r>
              <a:rPr sz="3450" b="1">
                <a:solidFill>
                  <a:srgbClr val="183E34"/>
                </a:solidFill>
              </a:rPr>
              <a:t>选题范围与功能边界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01F18-DD3C-47CA-9F92-C0C6F726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6CBD7-E535-4952-B896-116E46E9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BD32A-C57B-427B-B2E1-BF6FEA19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416A55"/>
                </a:solidFill>
              </a:defRPr>
            </a:defPPr>
            <a:lvl1pPr>
              <a:defRPr sz="2250" b="1">
                <a:solidFill>
                  <a:srgbClr val="416A55"/>
                </a:solidFill>
              </a:defRPr>
            </a:lvl1pPr>
            <a:lvl2pPr>
              <a:defRPr sz="2250" b="1">
                <a:solidFill>
                  <a:srgbClr val="416A55"/>
                </a:solidFill>
              </a:defRPr>
            </a:lvl2pPr>
            <a:lvl3pPr>
              <a:defRPr sz="2250" b="1">
                <a:solidFill>
                  <a:srgbClr val="416A55"/>
                </a:solidFill>
              </a:defRPr>
            </a:lvl3pPr>
            <a:lvl4pPr>
              <a:defRPr sz="2250" b="1">
                <a:solidFill>
                  <a:srgbClr val="416A55"/>
                </a:solidFill>
              </a:defRPr>
            </a:lvl4pPr>
            <a:lvl5pPr>
              <a:defRPr sz="2250" b="1">
                <a:solidFill>
                  <a:srgbClr val="416A55"/>
                </a:solidFill>
              </a:defRPr>
            </a:lvl5pPr>
            <a:lvl6pPr>
              <a:defRPr sz="2250" b="1">
                <a:solidFill>
                  <a:srgbClr val="416A55"/>
                </a:solidFill>
              </a:defRPr>
            </a:lvl6pPr>
            <a:lvl7pPr>
              <a:defRPr sz="2250" b="1">
                <a:solidFill>
                  <a:srgbClr val="416A55"/>
                </a:solidFill>
              </a:defRPr>
            </a:lvl7pPr>
            <a:lvl8pPr>
              <a:defRPr sz="2250" b="1">
                <a:solidFill>
                  <a:srgbClr val="416A55"/>
                </a:solidFill>
              </a:defRPr>
            </a:lvl8pPr>
            <a:lvl9pPr>
              <a:defRPr sz="2250" b="1">
                <a:solidFill>
                  <a:srgbClr val="416A5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416A55"/>
                </a:solidFill>
              </a:defRPr>
            </a:pPr>
            <a:r>
              <a:rPr sz="2250" b="1">
                <a:solidFill>
                  <a:srgbClr val="416A55"/>
                </a:solidFill>
              </a:rPr>
              <a:t>选定三个门诊分系统的部分功能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D76C9-C8F2-44B9-B291-C956B564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4E3F"/>
                </a:solidFill>
              </a:defRPr>
            </a:defPPr>
            <a:lvl1pPr>
              <a:defRPr sz="2175" b="1">
                <a:solidFill>
                  <a:srgbClr val="254E3F"/>
                </a:solidFill>
              </a:defRPr>
            </a:lvl1pPr>
            <a:lvl2pPr>
              <a:defRPr sz="2175" b="1">
                <a:solidFill>
                  <a:srgbClr val="254E3F"/>
                </a:solidFill>
              </a:defRPr>
            </a:lvl2pPr>
            <a:lvl3pPr>
              <a:defRPr sz="2175" b="1">
                <a:solidFill>
                  <a:srgbClr val="254E3F"/>
                </a:solidFill>
              </a:defRPr>
            </a:lvl3pPr>
            <a:lvl4pPr>
              <a:defRPr sz="2175" b="1">
                <a:solidFill>
                  <a:srgbClr val="254E3F"/>
                </a:solidFill>
              </a:defRPr>
            </a:lvl4pPr>
            <a:lvl5pPr>
              <a:defRPr sz="2175" b="1">
                <a:solidFill>
                  <a:srgbClr val="254E3F"/>
                </a:solidFill>
              </a:defRPr>
            </a:lvl5pPr>
            <a:lvl6pPr>
              <a:defRPr sz="2175" b="1">
                <a:solidFill>
                  <a:srgbClr val="254E3F"/>
                </a:solidFill>
              </a:defRPr>
            </a:lvl6pPr>
            <a:lvl7pPr>
              <a:defRPr sz="2175" b="1">
                <a:solidFill>
                  <a:srgbClr val="254E3F"/>
                </a:solidFill>
              </a:defRPr>
            </a:lvl7pPr>
            <a:lvl8pPr>
              <a:defRPr sz="2175" b="1">
                <a:solidFill>
                  <a:srgbClr val="254E3F"/>
                </a:solidFill>
              </a:defRPr>
            </a:lvl8pPr>
            <a:lvl9pPr>
              <a:defRPr sz="2175" b="1">
                <a:solidFill>
                  <a:srgbClr val="254E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54E3F"/>
                </a:solidFill>
              </a:defRPr>
            </a:pPr>
            <a:r>
              <a:rPr sz="2175" b="1">
                <a:solidFill>
                  <a:srgbClr val="254E3F"/>
                </a:solidFill>
              </a:rPr>
              <a:t>门诊医生工作站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9814D-70D7-4697-812A-77F01551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本人待诊、多药处方、自动划价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草稿编辑与提交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F5E8C-A0DE-4797-8BB9-114E7071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288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4E3F"/>
                </a:solidFill>
              </a:defRPr>
            </a:defPPr>
            <a:lvl1pPr>
              <a:defRPr sz="2175" b="1">
                <a:solidFill>
                  <a:srgbClr val="254E3F"/>
                </a:solidFill>
              </a:defRPr>
            </a:lvl1pPr>
            <a:lvl2pPr>
              <a:defRPr sz="2175" b="1">
                <a:solidFill>
                  <a:srgbClr val="254E3F"/>
                </a:solidFill>
              </a:defRPr>
            </a:lvl2pPr>
            <a:lvl3pPr>
              <a:defRPr sz="2175" b="1">
                <a:solidFill>
                  <a:srgbClr val="254E3F"/>
                </a:solidFill>
              </a:defRPr>
            </a:lvl3pPr>
            <a:lvl4pPr>
              <a:defRPr sz="2175" b="1">
                <a:solidFill>
                  <a:srgbClr val="254E3F"/>
                </a:solidFill>
              </a:defRPr>
            </a:lvl4pPr>
            <a:lvl5pPr>
              <a:defRPr sz="2175" b="1">
                <a:solidFill>
                  <a:srgbClr val="254E3F"/>
                </a:solidFill>
              </a:defRPr>
            </a:lvl5pPr>
            <a:lvl6pPr>
              <a:defRPr sz="2175" b="1">
                <a:solidFill>
                  <a:srgbClr val="254E3F"/>
                </a:solidFill>
              </a:defRPr>
            </a:lvl6pPr>
            <a:lvl7pPr>
              <a:defRPr sz="2175" b="1">
                <a:solidFill>
                  <a:srgbClr val="254E3F"/>
                </a:solidFill>
              </a:defRPr>
            </a:lvl7pPr>
            <a:lvl8pPr>
              <a:defRPr sz="2175" b="1">
                <a:solidFill>
                  <a:srgbClr val="254E3F"/>
                </a:solidFill>
              </a:defRPr>
            </a:lvl8pPr>
            <a:lvl9pPr>
              <a:defRPr sz="2175" b="1">
                <a:solidFill>
                  <a:srgbClr val="254E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54E3F"/>
                </a:solidFill>
              </a:defRPr>
            </a:pPr>
            <a:r>
              <a:rPr sz="2175" b="1">
                <a:solidFill>
                  <a:srgbClr val="254E3F"/>
                </a:solidFill>
              </a:rPr>
              <a:t>门诊收费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38112-057E-4608-8D61-107CEC45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289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待收费队列、核对明细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收费与库存原子更新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472C5-7EEF-4789-94F0-946AD89D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4E3F"/>
                </a:solidFill>
              </a:defRPr>
            </a:defPPr>
            <a:lvl1pPr>
              <a:defRPr sz="2175" b="1">
                <a:solidFill>
                  <a:srgbClr val="254E3F"/>
                </a:solidFill>
              </a:defRPr>
            </a:lvl1pPr>
            <a:lvl2pPr>
              <a:defRPr sz="2175" b="1">
                <a:solidFill>
                  <a:srgbClr val="254E3F"/>
                </a:solidFill>
              </a:defRPr>
            </a:lvl2pPr>
            <a:lvl3pPr>
              <a:defRPr sz="2175" b="1">
                <a:solidFill>
                  <a:srgbClr val="254E3F"/>
                </a:solidFill>
              </a:defRPr>
            </a:lvl3pPr>
            <a:lvl4pPr>
              <a:defRPr sz="2175" b="1">
                <a:solidFill>
                  <a:srgbClr val="254E3F"/>
                </a:solidFill>
              </a:defRPr>
            </a:lvl4pPr>
            <a:lvl5pPr>
              <a:defRPr sz="2175" b="1">
                <a:solidFill>
                  <a:srgbClr val="254E3F"/>
                </a:solidFill>
              </a:defRPr>
            </a:lvl5pPr>
            <a:lvl6pPr>
              <a:defRPr sz="2175" b="1">
                <a:solidFill>
                  <a:srgbClr val="254E3F"/>
                </a:solidFill>
              </a:defRPr>
            </a:lvl6pPr>
            <a:lvl7pPr>
              <a:defRPr sz="2175" b="1">
                <a:solidFill>
                  <a:srgbClr val="254E3F"/>
                </a:solidFill>
              </a:defRPr>
            </a:lvl7pPr>
            <a:lvl8pPr>
              <a:defRPr sz="2175" b="1">
                <a:solidFill>
                  <a:srgbClr val="254E3F"/>
                </a:solidFill>
              </a:defRPr>
            </a:lvl8pPr>
            <a:lvl9pPr>
              <a:defRPr sz="2175" b="1">
                <a:solidFill>
                  <a:srgbClr val="254E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54E3F"/>
                </a:solidFill>
              </a:defRPr>
            </a:pPr>
            <a:r>
              <a:rPr sz="2175" b="1">
                <a:solidFill>
                  <a:srgbClr val="254E3F"/>
                </a:solidFill>
              </a:rPr>
              <a:t>门诊药房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8CBE1-BD3D-4E25-97AD-E7223CEB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289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批次入库、效期与库存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已收费处方核验发药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FBC31-6C08-46B5-AE1B-410CB5D2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B8373"/>
                </a:solidFill>
              </a:defRPr>
            </a:defPPr>
            <a:lvl1pPr>
              <a:defRPr sz="1950" b="0">
                <a:solidFill>
                  <a:srgbClr val="6B8373"/>
                </a:solidFill>
              </a:defRPr>
            </a:lvl1pPr>
            <a:lvl2pPr>
              <a:defRPr sz="1950" b="0">
                <a:solidFill>
                  <a:srgbClr val="6B8373"/>
                </a:solidFill>
              </a:defRPr>
            </a:lvl2pPr>
            <a:lvl3pPr>
              <a:defRPr sz="1950" b="0">
                <a:solidFill>
                  <a:srgbClr val="6B8373"/>
                </a:solidFill>
              </a:defRPr>
            </a:lvl3pPr>
            <a:lvl4pPr>
              <a:defRPr sz="1950" b="0">
                <a:solidFill>
                  <a:srgbClr val="6B8373"/>
                </a:solidFill>
              </a:defRPr>
            </a:lvl4pPr>
            <a:lvl5pPr>
              <a:defRPr sz="1950" b="0">
                <a:solidFill>
                  <a:srgbClr val="6B8373"/>
                </a:solidFill>
              </a:defRPr>
            </a:lvl5pPr>
            <a:lvl6pPr>
              <a:defRPr sz="1950" b="0">
                <a:solidFill>
                  <a:srgbClr val="6B8373"/>
                </a:solidFill>
              </a:defRPr>
            </a:lvl6pPr>
            <a:lvl7pPr>
              <a:defRPr sz="1950" b="0">
                <a:solidFill>
                  <a:srgbClr val="6B8373"/>
                </a:solidFill>
              </a:defRPr>
            </a:lvl7pPr>
            <a:lvl8pPr>
              <a:defRPr sz="1950" b="0">
                <a:solidFill>
                  <a:srgbClr val="6B8373"/>
                </a:solidFill>
              </a:defRPr>
            </a:lvl8pPr>
            <a:lvl9pPr>
              <a:defRPr sz="1950" b="0">
                <a:solidFill>
                  <a:srgbClr val="6B837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B8373"/>
                </a:solidFill>
              </a:defRPr>
            </a:pPr>
            <a:r>
              <a:rPr sz="1950" b="0">
                <a:solidFill>
                  <a:srgbClr val="6B8373"/>
                </a:solidFill>
              </a:rPr>
              <a:t>支撑功能：患者、排班挂号、权限、审计、导入与报表</a:t>
            </a:r>
          </a:p>
        </p:txBody>
      </p:sp>
    </p:spTree>
    <p:extLst>
      <p:ext uri="{BB962C8B-B14F-4D97-AF65-F5344CB8AC3E}">
        <p14:creationId xmlns:p14="http://schemas.microsoft.com/office/powerpoint/2010/main" val="1236138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55A72-BE2B-4811-8CD3-FD8552D6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</a:defRPr>
            </a:defPPr>
            <a:lvl1pPr>
              <a:defRPr sz="3450" b="1">
                <a:solidFill>
                  <a:srgbClr val="183E34"/>
                </a:solidFill>
              </a:defRPr>
            </a:lvl1pPr>
            <a:lvl2pPr>
              <a:defRPr sz="3450" b="1">
                <a:solidFill>
                  <a:srgbClr val="183E34"/>
                </a:solidFill>
              </a:defRPr>
            </a:lvl2pPr>
            <a:lvl3pPr>
              <a:defRPr sz="3450" b="1">
                <a:solidFill>
                  <a:srgbClr val="183E34"/>
                </a:solidFill>
              </a:defRPr>
            </a:lvl3pPr>
            <a:lvl4pPr>
              <a:defRPr sz="3450" b="1">
                <a:solidFill>
                  <a:srgbClr val="183E34"/>
                </a:solidFill>
              </a:defRPr>
            </a:lvl4pPr>
            <a:lvl5pPr>
              <a:defRPr sz="3450" b="1">
                <a:solidFill>
                  <a:srgbClr val="183E34"/>
                </a:solidFill>
              </a:defRPr>
            </a:lvl5pPr>
            <a:lvl6pPr>
              <a:defRPr sz="3450" b="1">
                <a:solidFill>
                  <a:srgbClr val="183E34"/>
                </a:solidFill>
              </a:defRPr>
            </a:lvl6pPr>
            <a:lvl7pPr>
              <a:defRPr sz="3450" b="1">
                <a:solidFill>
                  <a:srgbClr val="183E34"/>
                </a:solidFill>
              </a:defRPr>
            </a:lvl7pPr>
            <a:lvl8pPr>
              <a:defRPr sz="3450" b="1">
                <a:solidFill>
                  <a:srgbClr val="183E34"/>
                </a:solidFill>
              </a:defRPr>
            </a:lvl8pPr>
            <a:lvl9pPr>
              <a:defRPr sz="3450" b="1">
                <a:solidFill>
                  <a:srgbClr val="183E3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</a:defRPr>
            </a:pPr>
            <a:r>
              <a:rPr sz="3450" b="1">
                <a:solidFill>
                  <a:srgbClr val="183E34"/>
                </a:solidFill>
              </a:rPr>
              <a:t>从挂号到发药的数据闭环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FBBFB-4722-4254-87BE-772724A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663F5-798B-42D7-B3DF-C9138D53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4F666-2360-4C86-82C6-1525E2F5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4F3F"/>
                </a:solidFill>
              </a:defRPr>
            </a:defPPr>
            <a:lvl1pPr>
              <a:defRPr sz="2175" b="1">
                <a:solidFill>
                  <a:srgbClr val="244F3F"/>
                </a:solidFill>
              </a:defRPr>
            </a:lvl1pPr>
            <a:lvl2pPr>
              <a:defRPr sz="2175" b="1">
                <a:solidFill>
                  <a:srgbClr val="244F3F"/>
                </a:solidFill>
              </a:defRPr>
            </a:lvl2pPr>
            <a:lvl3pPr>
              <a:defRPr sz="2175" b="1">
                <a:solidFill>
                  <a:srgbClr val="244F3F"/>
                </a:solidFill>
              </a:defRPr>
            </a:lvl3pPr>
            <a:lvl4pPr>
              <a:defRPr sz="2175" b="1">
                <a:solidFill>
                  <a:srgbClr val="244F3F"/>
                </a:solidFill>
              </a:defRPr>
            </a:lvl4pPr>
            <a:lvl5pPr>
              <a:defRPr sz="2175" b="1">
                <a:solidFill>
                  <a:srgbClr val="244F3F"/>
                </a:solidFill>
              </a:defRPr>
            </a:lvl5pPr>
            <a:lvl6pPr>
              <a:defRPr sz="2175" b="1">
                <a:solidFill>
                  <a:srgbClr val="244F3F"/>
                </a:solidFill>
              </a:defRPr>
            </a:lvl6pPr>
            <a:lvl7pPr>
              <a:defRPr sz="2175" b="1">
                <a:solidFill>
                  <a:srgbClr val="244F3F"/>
                </a:solidFill>
              </a:defRPr>
            </a:lvl7pPr>
            <a:lvl8pPr>
              <a:defRPr sz="2175" b="1">
                <a:solidFill>
                  <a:srgbClr val="244F3F"/>
                </a:solidFill>
              </a:defRPr>
            </a:lvl8pPr>
            <a:lvl9pPr>
              <a:defRPr sz="2175" b="1">
                <a:solidFill>
                  <a:srgbClr val="244F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F3F"/>
                </a:solidFill>
              </a:defRPr>
            </a:pPr>
            <a:r>
              <a:rPr sz="2175" b="1">
                <a:solidFill>
                  <a:srgbClr val="244F3F"/>
                </a:solidFill>
              </a:rPr>
              <a:t>01 挂号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75CA5-D06E-492A-8557-3454B472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号源减一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生成排队号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946AC-6CCB-4493-B568-32678F2B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28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4F3F"/>
                </a:solidFill>
              </a:defRPr>
            </a:defPPr>
            <a:lvl1pPr>
              <a:defRPr sz="2175" b="1">
                <a:solidFill>
                  <a:srgbClr val="244F3F"/>
                </a:solidFill>
              </a:defRPr>
            </a:lvl1pPr>
            <a:lvl2pPr>
              <a:defRPr sz="2175" b="1">
                <a:solidFill>
                  <a:srgbClr val="244F3F"/>
                </a:solidFill>
              </a:defRPr>
            </a:lvl2pPr>
            <a:lvl3pPr>
              <a:defRPr sz="2175" b="1">
                <a:solidFill>
                  <a:srgbClr val="244F3F"/>
                </a:solidFill>
              </a:defRPr>
            </a:lvl3pPr>
            <a:lvl4pPr>
              <a:defRPr sz="2175" b="1">
                <a:solidFill>
                  <a:srgbClr val="244F3F"/>
                </a:solidFill>
              </a:defRPr>
            </a:lvl4pPr>
            <a:lvl5pPr>
              <a:defRPr sz="2175" b="1">
                <a:solidFill>
                  <a:srgbClr val="244F3F"/>
                </a:solidFill>
              </a:defRPr>
            </a:lvl5pPr>
            <a:lvl6pPr>
              <a:defRPr sz="2175" b="1">
                <a:solidFill>
                  <a:srgbClr val="244F3F"/>
                </a:solidFill>
              </a:defRPr>
            </a:lvl6pPr>
            <a:lvl7pPr>
              <a:defRPr sz="2175" b="1">
                <a:solidFill>
                  <a:srgbClr val="244F3F"/>
                </a:solidFill>
              </a:defRPr>
            </a:lvl7pPr>
            <a:lvl8pPr>
              <a:defRPr sz="2175" b="1">
                <a:solidFill>
                  <a:srgbClr val="244F3F"/>
                </a:solidFill>
              </a:defRPr>
            </a:lvl8pPr>
            <a:lvl9pPr>
              <a:defRPr sz="2175" b="1">
                <a:solidFill>
                  <a:srgbClr val="244F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F3F"/>
                </a:solidFill>
              </a:defRPr>
            </a:pPr>
            <a:r>
              <a:rPr sz="2175" b="1">
                <a:solidFill>
                  <a:srgbClr val="244F3F"/>
                </a:solidFill>
              </a:rPr>
              <a:t>02 开方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D4D3A-9867-4191-B00B-C60D7C14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337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诊断与药品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后端自动划价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FEE3D-DC36-4DB1-AB85-D1A3844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28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4F3F"/>
                </a:solidFill>
              </a:defRPr>
            </a:defPPr>
            <a:lvl1pPr>
              <a:defRPr sz="2175" b="1">
                <a:solidFill>
                  <a:srgbClr val="244F3F"/>
                </a:solidFill>
              </a:defRPr>
            </a:lvl1pPr>
            <a:lvl2pPr>
              <a:defRPr sz="2175" b="1">
                <a:solidFill>
                  <a:srgbClr val="244F3F"/>
                </a:solidFill>
              </a:defRPr>
            </a:lvl2pPr>
            <a:lvl3pPr>
              <a:defRPr sz="2175" b="1">
                <a:solidFill>
                  <a:srgbClr val="244F3F"/>
                </a:solidFill>
              </a:defRPr>
            </a:lvl3pPr>
            <a:lvl4pPr>
              <a:defRPr sz="2175" b="1">
                <a:solidFill>
                  <a:srgbClr val="244F3F"/>
                </a:solidFill>
              </a:defRPr>
            </a:lvl4pPr>
            <a:lvl5pPr>
              <a:defRPr sz="2175" b="1">
                <a:solidFill>
                  <a:srgbClr val="244F3F"/>
                </a:solidFill>
              </a:defRPr>
            </a:lvl5pPr>
            <a:lvl6pPr>
              <a:defRPr sz="2175" b="1">
                <a:solidFill>
                  <a:srgbClr val="244F3F"/>
                </a:solidFill>
              </a:defRPr>
            </a:lvl6pPr>
            <a:lvl7pPr>
              <a:defRPr sz="2175" b="1">
                <a:solidFill>
                  <a:srgbClr val="244F3F"/>
                </a:solidFill>
              </a:defRPr>
            </a:lvl7pPr>
            <a:lvl8pPr>
              <a:defRPr sz="2175" b="1">
                <a:solidFill>
                  <a:srgbClr val="244F3F"/>
                </a:solidFill>
              </a:defRPr>
            </a:lvl8pPr>
            <a:lvl9pPr>
              <a:defRPr sz="2175" b="1">
                <a:solidFill>
                  <a:srgbClr val="244F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F3F"/>
                </a:solidFill>
              </a:defRPr>
            </a:pPr>
            <a:r>
              <a:rPr sz="2175" b="1">
                <a:solidFill>
                  <a:srgbClr val="244F3F"/>
                </a:solidFill>
              </a:rPr>
              <a:t>03 收费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604D3-1353-4D95-8B46-155DFAE4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337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生成收费单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扣减批次库存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2ABFB-5766-4844-B6D2-13810ED7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28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4F3F"/>
                </a:solidFill>
              </a:defRPr>
            </a:defPPr>
            <a:lvl1pPr>
              <a:defRPr sz="2175" b="1">
                <a:solidFill>
                  <a:srgbClr val="244F3F"/>
                </a:solidFill>
              </a:defRPr>
            </a:lvl1pPr>
            <a:lvl2pPr>
              <a:defRPr sz="2175" b="1">
                <a:solidFill>
                  <a:srgbClr val="244F3F"/>
                </a:solidFill>
              </a:defRPr>
            </a:lvl2pPr>
            <a:lvl3pPr>
              <a:defRPr sz="2175" b="1">
                <a:solidFill>
                  <a:srgbClr val="244F3F"/>
                </a:solidFill>
              </a:defRPr>
            </a:lvl3pPr>
            <a:lvl4pPr>
              <a:defRPr sz="2175" b="1">
                <a:solidFill>
                  <a:srgbClr val="244F3F"/>
                </a:solidFill>
              </a:defRPr>
            </a:lvl4pPr>
            <a:lvl5pPr>
              <a:defRPr sz="2175" b="1">
                <a:solidFill>
                  <a:srgbClr val="244F3F"/>
                </a:solidFill>
              </a:defRPr>
            </a:lvl5pPr>
            <a:lvl6pPr>
              <a:defRPr sz="2175" b="1">
                <a:solidFill>
                  <a:srgbClr val="244F3F"/>
                </a:solidFill>
              </a:defRPr>
            </a:lvl6pPr>
            <a:lvl7pPr>
              <a:defRPr sz="2175" b="1">
                <a:solidFill>
                  <a:srgbClr val="244F3F"/>
                </a:solidFill>
              </a:defRPr>
            </a:lvl7pPr>
            <a:lvl8pPr>
              <a:defRPr sz="2175" b="1">
                <a:solidFill>
                  <a:srgbClr val="244F3F"/>
                </a:solidFill>
              </a:defRPr>
            </a:lvl8pPr>
            <a:lvl9pPr>
              <a:defRPr sz="2175" b="1">
                <a:solidFill>
                  <a:srgbClr val="244F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F3F"/>
                </a:solidFill>
              </a:defRPr>
            </a:pPr>
            <a:r>
              <a:rPr sz="2175" b="1">
                <a:solidFill>
                  <a:srgbClr val="244F3F"/>
                </a:solidFill>
              </a:rPr>
              <a:t>04 发药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AA945-7815-4FE5-AF88-BF18A4D2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337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确认药师与时间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就诊完成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B5DCD-BC97-4C57-A0EB-7887CB51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28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4F3F"/>
                </a:solidFill>
              </a:defRPr>
            </a:defPPr>
            <a:lvl1pPr>
              <a:defRPr sz="2175" b="1">
                <a:solidFill>
                  <a:srgbClr val="244F3F"/>
                </a:solidFill>
              </a:defRPr>
            </a:lvl1pPr>
            <a:lvl2pPr>
              <a:defRPr sz="2175" b="1">
                <a:solidFill>
                  <a:srgbClr val="244F3F"/>
                </a:solidFill>
              </a:defRPr>
            </a:lvl2pPr>
            <a:lvl3pPr>
              <a:defRPr sz="2175" b="1">
                <a:solidFill>
                  <a:srgbClr val="244F3F"/>
                </a:solidFill>
              </a:defRPr>
            </a:lvl3pPr>
            <a:lvl4pPr>
              <a:defRPr sz="2175" b="1">
                <a:solidFill>
                  <a:srgbClr val="244F3F"/>
                </a:solidFill>
              </a:defRPr>
            </a:lvl4pPr>
            <a:lvl5pPr>
              <a:defRPr sz="2175" b="1">
                <a:solidFill>
                  <a:srgbClr val="244F3F"/>
                </a:solidFill>
              </a:defRPr>
            </a:lvl5pPr>
            <a:lvl6pPr>
              <a:defRPr sz="2175" b="1">
                <a:solidFill>
                  <a:srgbClr val="244F3F"/>
                </a:solidFill>
              </a:defRPr>
            </a:lvl6pPr>
            <a:lvl7pPr>
              <a:defRPr sz="2175" b="1">
                <a:solidFill>
                  <a:srgbClr val="244F3F"/>
                </a:solidFill>
              </a:defRPr>
            </a:lvl7pPr>
            <a:lvl8pPr>
              <a:defRPr sz="2175" b="1">
                <a:solidFill>
                  <a:srgbClr val="244F3F"/>
                </a:solidFill>
              </a:defRPr>
            </a:lvl8pPr>
            <a:lvl9pPr>
              <a:defRPr sz="2175" b="1">
                <a:solidFill>
                  <a:srgbClr val="244F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F3F"/>
                </a:solidFill>
              </a:defRPr>
            </a:pPr>
            <a:r>
              <a:rPr sz="2175" b="1">
                <a:solidFill>
                  <a:srgbClr val="244F3F"/>
                </a:solidFill>
              </a:rPr>
              <a:t>05 追溯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3815D-F786-458E-8E83-080E2B59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查询审计记录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更新当日报表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32613-4A6C-48A5-AC61-E9D07C48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67B65"/>
                </a:solidFill>
              </a:defRPr>
            </a:defPPr>
            <a:lvl1pPr>
              <a:defRPr sz="2250" b="0">
                <a:solidFill>
                  <a:srgbClr val="567B65"/>
                </a:solidFill>
              </a:defRPr>
            </a:lvl1pPr>
            <a:lvl2pPr>
              <a:defRPr sz="2250" b="0">
                <a:solidFill>
                  <a:srgbClr val="567B65"/>
                </a:solidFill>
              </a:defRPr>
            </a:lvl2pPr>
            <a:lvl3pPr>
              <a:defRPr sz="2250" b="0">
                <a:solidFill>
                  <a:srgbClr val="567B65"/>
                </a:solidFill>
              </a:defRPr>
            </a:lvl3pPr>
            <a:lvl4pPr>
              <a:defRPr sz="2250" b="0">
                <a:solidFill>
                  <a:srgbClr val="567B65"/>
                </a:solidFill>
              </a:defRPr>
            </a:lvl4pPr>
            <a:lvl5pPr>
              <a:defRPr sz="2250" b="0">
                <a:solidFill>
                  <a:srgbClr val="567B65"/>
                </a:solidFill>
              </a:defRPr>
            </a:lvl5pPr>
            <a:lvl6pPr>
              <a:defRPr sz="2250" b="0">
                <a:solidFill>
                  <a:srgbClr val="567B65"/>
                </a:solidFill>
              </a:defRPr>
            </a:lvl6pPr>
            <a:lvl7pPr>
              <a:defRPr sz="2250" b="0">
                <a:solidFill>
                  <a:srgbClr val="567B65"/>
                </a:solidFill>
              </a:defRPr>
            </a:lvl7pPr>
            <a:lvl8pPr>
              <a:defRPr sz="2250" b="0">
                <a:solidFill>
                  <a:srgbClr val="567B65"/>
                </a:solidFill>
              </a:defRPr>
            </a:lvl8pPr>
            <a:lvl9pPr>
              <a:defRPr sz="2250" b="0">
                <a:solidFill>
                  <a:srgbClr val="567B65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67B65"/>
                </a:solidFill>
              </a:defRPr>
            </a:pPr>
            <a:r>
              <a:rPr sz="2250" b="0">
                <a:solidFill>
                  <a:srgbClr val="567B65"/>
                </a:solidFill>
              </a:rPr>
              <a:t>金额、号源、库存与状态都有可核对的变化</a:t>
            </a:r>
          </a:p>
        </p:txBody>
      </p:sp>
    </p:spTree>
    <p:extLst>
      <p:ext uri="{BB962C8B-B14F-4D97-AF65-F5344CB8AC3E}">
        <p14:creationId xmlns:p14="http://schemas.microsoft.com/office/powerpoint/2010/main" val="13532240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E8DFE-D3DC-4EC2-9B1D-95A86445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</a:defRPr>
            </a:defPPr>
            <a:lvl1pPr>
              <a:defRPr sz="3450" b="1">
                <a:solidFill>
                  <a:srgbClr val="183E34"/>
                </a:solidFill>
              </a:defRPr>
            </a:lvl1pPr>
            <a:lvl2pPr>
              <a:defRPr sz="3450" b="1">
                <a:solidFill>
                  <a:srgbClr val="183E34"/>
                </a:solidFill>
              </a:defRPr>
            </a:lvl2pPr>
            <a:lvl3pPr>
              <a:defRPr sz="3450" b="1">
                <a:solidFill>
                  <a:srgbClr val="183E34"/>
                </a:solidFill>
              </a:defRPr>
            </a:lvl3pPr>
            <a:lvl4pPr>
              <a:defRPr sz="3450" b="1">
                <a:solidFill>
                  <a:srgbClr val="183E34"/>
                </a:solidFill>
              </a:defRPr>
            </a:lvl4pPr>
            <a:lvl5pPr>
              <a:defRPr sz="3450" b="1">
                <a:solidFill>
                  <a:srgbClr val="183E34"/>
                </a:solidFill>
              </a:defRPr>
            </a:lvl5pPr>
            <a:lvl6pPr>
              <a:defRPr sz="3450" b="1">
                <a:solidFill>
                  <a:srgbClr val="183E34"/>
                </a:solidFill>
              </a:defRPr>
            </a:lvl6pPr>
            <a:lvl7pPr>
              <a:defRPr sz="3450" b="1">
                <a:solidFill>
                  <a:srgbClr val="183E34"/>
                </a:solidFill>
              </a:defRPr>
            </a:lvl7pPr>
            <a:lvl8pPr>
              <a:defRPr sz="3450" b="1">
                <a:solidFill>
                  <a:srgbClr val="183E34"/>
                </a:solidFill>
              </a:defRPr>
            </a:lvl8pPr>
            <a:lvl9pPr>
              <a:defRPr sz="3450" b="1">
                <a:solidFill>
                  <a:srgbClr val="183E3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</a:defRPr>
            </a:pPr>
            <a:r>
              <a:rPr sz="3450" b="1">
                <a:solidFill>
                  <a:srgbClr val="183E34"/>
                </a:solidFill>
              </a:rPr>
              <a:t>数据模型与一致性约束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1E5DD-7586-4E1C-B689-098166D7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CA052-D508-476B-980E-504B4CC6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719F8-934E-4ED1-B5F0-0BAF0D30DC01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>
                    <a:solidFill>
                      <a:srgbClr val="234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</a:t>
                      </a:r>
                    </a:p>
                  </a:txBody>
                  <a:tcPr marL="91440" marR="91440" marT="45720" marB="45720">
                    <a:solidFill>
                      <a:srgbClr val="234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验收约束</a:t>
                      </a:r>
                    </a:p>
                  </a:txBody>
                  <a:tcPr marL="91440" marR="91440" marT="45720" marB="45720">
                    <a:solidFill>
                      <a:srgbClr val="234E3C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排班与挂号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号源、排队号、状态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非负号源与唯一排队号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处方与收费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明细、价格快照、收费单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 Decimal；重复收费拦截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药品与批次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药品档案、批号、效期、数量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同药汇总；先到期先出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账号与审计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角色、对象、动作、时间、IP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接口鉴权；写操作留痕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5EC18-3636-4603-B7CD-962F00DF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A8172"/>
                </a:solidFill>
              </a:defRPr>
            </a:defPPr>
            <a:lvl1pPr>
              <a:defRPr sz="1875" b="0">
                <a:solidFill>
                  <a:srgbClr val="6A8172"/>
                </a:solidFill>
              </a:defRPr>
            </a:lvl1pPr>
            <a:lvl2pPr>
              <a:defRPr sz="1875" b="0">
                <a:solidFill>
                  <a:srgbClr val="6A8172"/>
                </a:solidFill>
              </a:defRPr>
            </a:lvl2pPr>
            <a:lvl3pPr>
              <a:defRPr sz="1875" b="0">
                <a:solidFill>
                  <a:srgbClr val="6A8172"/>
                </a:solidFill>
              </a:defRPr>
            </a:lvl3pPr>
            <a:lvl4pPr>
              <a:defRPr sz="1875" b="0">
                <a:solidFill>
                  <a:srgbClr val="6A8172"/>
                </a:solidFill>
              </a:defRPr>
            </a:lvl4pPr>
            <a:lvl5pPr>
              <a:defRPr sz="1875" b="0">
                <a:solidFill>
                  <a:srgbClr val="6A8172"/>
                </a:solidFill>
              </a:defRPr>
            </a:lvl5pPr>
            <a:lvl6pPr>
              <a:defRPr sz="1875" b="0">
                <a:solidFill>
                  <a:srgbClr val="6A8172"/>
                </a:solidFill>
              </a:defRPr>
            </a:lvl6pPr>
            <a:lvl7pPr>
              <a:defRPr sz="1875" b="0">
                <a:solidFill>
                  <a:srgbClr val="6A8172"/>
                </a:solidFill>
              </a:defRPr>
            </a:lvl7pPr>
            <a:lvl8pPr>
              <a:defRPr sz="1875" b="0">
                <a:solidFill>
                  <a:srgbClr val="6A8172"/>
                </a:solidFill>
              </a:defRPr>
            </a:lvl8pPr>
            <a:lvl9pPr>
              <a:defRPr sz="1875" b="0">
                <a:solidFill>
                  <a:srgbClr val="6A817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A8172"/>
                </a:solidFill>
              </a:defRPr>
            </a:pPr>
            <a:r>
              <a:rPr sz="1875" b="0">
                <a:solidFill>
                  <a:srgbClr val="6A8172"/>
                </a:solidFill>
              </a:rPr>
              <a:t>SQLite 写请求先取得写预留，资源更新与日志在同一事务提交</a:t>
            </a:r>
          </a:p>
        </p:txBody>
      </p:sp>
    </p:spTree>
    <p:extLst>
      <p:ext uri="{BB962C8B-B14F-4D97-AF65-F5344CB8AC3E}">
        <p14:creationId xmlns:p14="http://schemas.microsoft.com/office/powerpoint/2010/main" val="17843765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3EFAD-1C98-4FFB-A3B0-826D0E71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</a:defRPr>
            </a:defPPr>
            <a:lvl1pPr>
              <a:defRPr sz="3450" b="1">
                <a:solidFill>
                  <a:srgbClr val="183E34"/>
                </a:solidFill>
              </a:defRPr>
            </a:lvl1pPr>
            <a:lvl2pPr>
              <a:defRPr sz="3450" b="1">
                <a:solidFill>
                  <a:srgbClr val="183E34"/>
                </a:solidFill>
              </a:defRPr>
            </a:lvl2pPr>
            <a:lvl3pPr>
              <a:defRPr sz="3450" b="1">
                <a:solidFill>
                  <a:srgbClr val="183E34"/>
                </a:solidFill>
              </a:defRPr>
            </a:lvl3pPr>
            <a:lvl4pPr>
              <a:defRPr sz="3450" b="1">
                <a:solidFill>
                  <a:srgbClr val="183E34"/>
                </a:solidFill>
              </a:defRPr>
            </a:lvl4pPr>
            <a:lvl5pPr>
              <a:defRPr sz="3450" b="1">
                <a:solidFill>
                  <a:srgbClr val="183E34"/>
                </a:solidFill>
              </a:defRPr>
            </a:lvl5pPr>
            <a:lvl6pPr>
              <a:defRPr sz="3450" b="1">
                <a:solidFill>
                  <a:srgbClr val="183E34"/>
                </a:solidFill>
              </a:defRPr>
            </a:lvl6pPr>
            <a:lvl7pPr>
              <a:defRPr sz="3450" b="1">
                <a:solidFill>
                  <a:srgbClr val="183E34"/>
                </a:solidFill>
              </a:defRPr>
            </a:lvl7pPr>
            <a:lvl8pPr>
              <a:defRPr sz="3450" b="1">
                <a:solidFill>
                  <a:srgbClr val="183E34"/>
                </a:solidFill>
              </a:defRPr>
            </a:lvl8pPr>
            <a:lvl9pPr>
              <a:defRPr sz="3450" b="1">
                <a:solidFill>
                  <a:srgbClr val="183E3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</a:defRPr>
            </a:pPr>
            <a:r>
              <a:rPr sz="3450" b="1">
                <a:solidFill>
                  <a:srgbClr val="183E34"/>
                </a:solidFill>
              </a:rPr>
              <a:t>shadcn/ui 门诊工作台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AC64E-B916-428D-909E-8EA6F7F9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04FAC-9B42-40E7-87BD-DDC4B7A1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ECF0E-F87A-476D-9291-2988FE9B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54E3F"/>
                </a:solidFill>
              </a:defRPr>
            </a:defPPr>
            <a:lvl1pPr>
              <a:defRPr sz="2475" b="1">
                <a:solidFill>
                  <a:srgbClr val="254E3F"/>
                </a:solidFill>
              </a:defRPr>
            </a:lvl1pPr>
            <a:lvl2pPr>
              <a:defRPr sz="2475" b="1">
                <a:solidFill>
                  <a:srgbClr val="254E3F"/>
                </a:solidFill>
              </a:defRPr>
            </a:lvl2pPr>
            <a:lvl3pPr>
              <a:defRPr sz="2475" b="1">
                <a:solidFill>
                  <a:srgbClr val="254E3F"/>
                </a:solidFill>
              </a:defRPr>
            </a:lvl3pPr>
            <a:lvl4pPr>
              <a:defRPr sz="2475" b="1">
                <a:solidFill>
                  <a:srgbClr val="254E3F"/>
                </a:solidFill>
              </a:defRPr>
            </a:lvl4pPr>
            <a:lvl5pPr>
              <a:defRPr sz="2475" b="1">
                <a:solidFill>
                  <a:srgbClr val="254E3F"/>
                </a:solidFill>
              </a:defRPr>
            </a:lvl5pPr>
            <a:lvl6pPr>
              <a:defRPr sz="2475" b="1">
                <a:solidFill>
                  <a:srgbClr val="254E3F"/>
                </a:solidFill>
              </a:defRPr>
            </a:lvl6pPr>
            <a:lvl7pPr>
              <a:defRPr sz="2475" b="1">
                <a:solidFill>
                  <a:srgbClr val="254E3F"/>
                </a:solidFill>
              </a:defRPr>
            </a:lvl7pPr>
            <a:lvl8pPr>
              <a:defRPr sz="2475" b="1">
                <a:solidFill>
                  <a:srgbClr val="254E3F"/>
                </a:solidFill>
              </a:defRPr>
            </a:lvl8pPr>
            <a:lvl9pPr>
              <a:defRPr sz="2475" b="1">
                <a:solidFill>
                  <a:srgbClr val="254E3F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54E3F"/>
                </a:solidFill>
              </a:defRPr>
            </a:pPr>
            <a:r>
              <a:rPr sz="2475" b="1">
                <a:solidFill>
                  <a:srgbClr val="254E3F"/>
                </a:solidFill>
              </a:rPr>
              <a:t>按角色组织工作，而不是靠记忆业务编号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B97B7-2181-4CA2-A1CE-83C19CA7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10572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8534B"/>
                </a:solidFill>
              </a:defRPr>
            </a:defPPr>
            <a:lvl1pPr>
              <a:defRPr sz="2250" b="0">
                <a:solidFill>
                  <a:srgbClr val="38534B"/>
                </a:solidFill>
              </a:defRPr>
            </a:lvl1pPr>
            <a:lvl2pPr>
              <a:defRPr sz="2250" b="0">
                <a:solidFill>
                  <a:srgbClr val="38534B"/>
                </a:solidFill>
              </a:defRPr>
            </a:lvl2pPr>
            <a:lvl3pPr>
              <a:defRPr sz="2250" b="0">
                <a:solidFill>
                  <a:srgbClr val="38534B"/>
                </a:solidFill>
              </a:defRPr>
            </a:lvl3pPr>
            <a:lvl4pPr>
              <a:defRPr sz="2250" b="0">
                <a:solidFill>
                  <a:srgbClr val="38534B"/>
                </a:solidFill>
              </a:defRPr>
            </a:lvl4pPr>
            <a:lvl5pPr>
              <a:defRPr sz="2250" b="0">
                <a:solidFill>
                  <a:srgbClr val="38534B"/>
                </a:solidFill>
              </a:defRPr>
            </a:lvl5pPr>
            <a:lvl6pPr>
              <a:defRPr sz="2250" b="0">
                <a:solidFill>
                  <a:srgbClr val="38534B"/>
                </a:solidFill>
              </a:defRPr>
            </a:lvl6pPr>
            <a:lvl7pPr>
              <a:defRPr sz="2250" b="0">
                <a:solidFill>
                  <a:srgbClr val="38534B"/>
                </a:solidFill>
              </a:defRPr>
            </a:lvl7pPr>
            <a:lvl8pPr>
              <a:defRPr sz="2250" b="0">
                <a:solidFill>
                  <a:srgbClr val="38534B"/>
                </a:solidFill>
              </a:defRPr>
            </a:lvl8pPr>
            <a:lvl9pPr>
              <a:defRPr sz="2250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8534B"/>
                </a:solidFill>
              </a:defRPr>
            </a:pPr>
            <a:r>
              <a:rPr sz="2250" b="0">
                <a:solidFill>
                  <a:srgbClr val="38534B"/>
                </a:solidFill>
              </a:rPr>
              <a:t>患者搜索与医生排班选择</a:t>
            </a:r>
          </a:p>
          <a:p xmlns:a="http://schemas.openxmlformats.org/drawingml/2006/main">
            <a:pPr>
              <a:defRPr sz="2250" b="0">
                <a:solidFill>
                  <a:srgbClr val="38534B"/>
                </a:solidFill>
              </a:defRPr>
            </a:pPr>
            <a:r>
              <a:rPr sz="2250" b="0">
                <a:solidFill>
                  <a:srgbClr val="38534B"/>
                </a:solidFill>
              </a:rPr>
              <a:t>本人待诊与可编辑的多药处方</a:t>
            </a:r>
          </a:p>
          <a:p xmlns:a="http://schemas.openxmlformats.org/drawingml/2006/main">
            <a:pPr>
              <a:defRPr sz="2250" b="0">
                <a:solidFill>
                  <a:srgbClr val="38534B"/>
                </a:solidFill>
              </a:defRPr>
            </a:pPr>
            <a:r>
              <a:rPr sz="2250" b="0">
                <a:solidFill>
                  <a:srgbClr val="38534B"/>
                </a:solidFill>
              </a:rPr>
              <a:t>待收费、待发药列表与核对明细</a:t>
            </a:r>
          </a:p>
          <a:p xmlns:a="http://schemas.openxmlformats.org/drawingml/2006/main">
            <a:pPr>
              <a:defRPr sz="2250" b="0">
                <a:solidFill>
                  <a:srgbClr val="38534B"/>
                </a:solidFill>
              </a:defRPr>
            </a:pPr>
            <a:r>
              <a:rPr sz="2250" b="0">
                <a:solidFill>
                  <a:srgbClr val="38534B"/>
                </a:solidFill>
              </a:rPr>
              <a:t>批次库存、导入、报表与审计筛选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B4AC2-F163-473B-AF99-E78139CB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A8F7E"/>
                </a:solidFill>
              </a:defRPr>
            </a:defPPr>
            <a:lvl1pPr>
              <a:defRPr sz="1800" b="0">
                <a:solidFill>
                  <a:srgbClr val="7A8F7E"/>
                </a:solidFill>
              </a:defRPr>
            </a:lvl1pPr>
            <a:lvl2pPr>
              <a:defRPr sz="1800" b="0">
                <a:solidFill>
                  <a:srgbClr val="7A8F7E"/>
                </a:solidFill>
              </a:defRPr>
            </a:lvl2pPr>
            <a:lvl3pPr>
              <a:defRPr sz="1800" b="0">
                <a:solidFill>
                  <a:srgbClr val="7A8F7E"/>
                </a:solidFill>
              </a:defRPr>
            </a:lvl3pPr>
            <a:lvl4pPr>
              <a:defRPr sz="1800" b="0">
                <a:solidFill>
                  <a:srgbClr val="7A8F7E"/>
                </a:solidFill>
              </a:defRPr>
            </a:lvl4pPr>
            <a:lvl5pPr>
              <a:defRPr sz="1800" b="0">
                <a:solidFill>
                  <a:srgbClr val="7A8F7E"/>
                </a:solidFill>
              </a:defRPr>
            </a:lvl5pPr>
            <a:lvl6pPr>
              <a:defRPr sz="1800" b="0">
                <a:solidFill>
                  <a:srgbClr val="7A8F7E"/>
                </a:solidFill>
              </a:defRPr>
            </a:lvl6pPr>
            <a:lvl7pPr>
              <a:defRPr sz="1800" b="0">
                <a:solidFill>
                  <a:srgbClr val="7A8F7E"/>
                </a:solidFill>
              </a:defRPr>
            </a:lvl7pPr>
            <a:lvl8pPr>
              <a:defRPr sz="1800" b="0">
                <a:solidFill>
                  <a:srgbClr val="7A8F7E"/>
                </a:solidFill>
              </a:defRPr>
            </a:lvl8pPr>
            <a:lvl9pPr>
              <a:defRPr sz="1800" b="0">
                <a:solidFill>
                  <a:srgbClr val="7A8F7E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A8F7E"/>
                </a:solidFill>
              </a:defRPr>
            </a:pPr>
            <a:r>
              <a:rPr sz="1800" b="0">
                <a:solidFill>
                  <a:srgbClr val="7A8F7E"/>
                </a:solidFill>
              </a:rPr>
              <a:t>现场直接打开本机系统展示，页面读取真实数据库结果</a:t>
            </a:r>
          </a:p>
        </p:txBody>
      </p:sp>
    </p:spTree>
    <p:extLst>
      <p:ext uri="{BB962C8B-B14F-4D97-AF65-F5344CB8AC3E}">
        <p14:creationId xmlns:p14="http://schemas.microsoft.com/office/powerpoint/2010/main" val="815189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8ABA0-138A-40EF-913A-EC78D4CF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</a:defRPr>
            </a:defPPr>
            <a:lvl1pPr>
              <a:defRPr sz="3450" b="1">
                <a:solidFill>
                  <a:srgbClr val="183E34"/>
                </a:solidFill>
              </a:defRPr>
            </a:lvl1pPr>
            <a:lvl2pPr>
              <a:defRPr sz="3450" b="1">
                <a:solidFill>
                  <a:srgbClr val="183E34"/>
                </a:solidFill>
              </a:defRPr>
            </a:lvl2pPr>
            <a:lvl3pPr>
              <a:defRPr sz="3450" b="1">
                <a:solidFill>
                  <a:srgbClr val="183E34"/>
                </a:solidFill>
              </a:defRPr>
            </a:lvl3pPr>
            <a:lvl4pPr>
              <a:defRPr sz="3450" b="1">
                <a:solidFill>
                  <a:srgbClr val="183E34"/>
                </a:solidFill>
              </a:defRPr>
            </a:lvl4pPr>
            <a:lvl5pPr>
              <a:defRPr sz="3450" b="1">
                <a:solidFill>
                  <a:srgbClr val="183E34"/>
                </a:solidFill>
              </a:defRPr>
            </a:lvl5pPr>
            <a:lvl6pPr>
              <a:defRPr sz="3450" b="1">
                <a:solidFill>
                  <a:srgbClr val="183E34"/>
                </a:solidFill>
              </a:defRPr>
            </a:lvl6pPr>
            <a:lvl7pPr>
              <a:defRPr sz="3450" b="1">
                <a:solidFill>
                  <a:srgbClr val="183E34"/>
                </a:solidFill>
              </a:defRPr>
            </a:lvl7pPr>
            <a:lvl8pPr>
              <a:defRPr sz="3450" b="1">
                <a:solidFill>
                  <a:srgbClr val="183E34"/>
                </a:solidFill>
              </a:defRPr>
            </a:lvl8pPr>
            <a:lvl9pPr>
              <a:defRPr sz="3450" b="1">
                <a:solidFill>
                  <a:srgbClr val="183E3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</a:defRPr>
            </a:pPr>
            <a:r>
              <a:rPr sz="3450" b="1">
                <a:solidFill>
                  <a:srgbClr val="183E34"/>
                </a:solidFill>
              </a:rPr>
              <a:t>测试与业务边界验证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194FF-1424-484E-B1A0-F0568C65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C86CB-8E98-40BA-9878-E5CB4AD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BB2BA-4659-4EEC-95C6-F3E506F9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54E3F"/>
                </a:solidFill>
              </a:defRPr>
            </a:defPPr>
            <a:lvl1pPr>
              <a:defRPr sz="2475" b="1">
                <a:solidFill>
                  <a:srgbClr val="254E3F"/>
                </a:solidFill>
              </a:defRPr>
            </a:lvl1pPr>
            <a:lvl2pPr>
              <a:defRPr sz="2475" b="1">
                <a:solidFill>
                  <a:srgbClr val="254E3F"/>
                </a:solidFill>
              </a:defRPr>
            </a:lvl2pPr>
            <a:lvl3pPr>
              <a:defRPr sz="2475" b="1">
                <a:solidFill>
                  <a:srgbClr val="254E3F"/>
                </a:solidFill>
              </a:defRPr>
            </a:lvl3pPr>
            <a:lvl4pPr>
              <a:defRPr sz="2475" b="1">
                <a:solidFill>
                  <a:srgbClr val="254E3F"/>
                </a:solidFill>
              </a:defRPr>
            </a:lvl4pPr>
            <a:lvl5pPr>
              <a:defRPr sz="2475" b="1">
                <a:solidFill>
                  <a:srgbClr val="254E3F"/>
                </a:solidFill>
              </a:defRPr>
            </a:lvl5pPr>
            <a:lvl6pPr>
              <a:defRPr sz="2475" b="1">
                <a:solidFill>
                  <a:srgbClr val="254E3F"/>
                </a:solidFill>
              </a:defRPr>
            </a:lvl6pPr>
            <a:lvl7pPr>
              <a:defRPr sz="2475" b="1">
                <a:solidFill>
                  <a:srgbClr val="254E3F"/>
                </a:solidFill>
              </a:defRPr>
            </a:lvl7pPr>
            <a:lvl8pPr>
              <a:defRPr sz="2475" b="1">
                <a:solidFill>
                  <a:srgbClr val="254E3F"/>
                </a:solidFill>
              </a:defRPr>
            </a:lvl8pPr>
            <a:lvl9pPr>
              <a:defRPr sz="2475" b="1">
                <a:solidFill>
                  <a:srgbClr val="254E3F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54E3F"/>
                </a:solidFill>
              </a:defRPr>
            </a:pPr>
            <a:r>
              <a:rPr sz="2475" b="1">
                <a:solidFill>
                  <a:srgbClr val="254E3F"/>
                </a:solidFill>
              </a:rPr>
              <a:t>关键路径以实际断言验证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35E94-8A62-498D-90E5-1DBD5BC1EE7E}"/>
              </a:ext>
            </a:extLst>
          </p:cNvPr>
          <p:cNvGraphicFramePr/>
          <p:nvPr/>
        </p:nvGraphicFramePr>
        <p:xfrm>
          <a:off xmlns:a="http://schemas.openxmlformats.org/drawingml/2006/main" x="666750" y="2524125"/>
          <a:ext xmlns:a="http://schemas.openxmlformats.org/drawingml/2006/main" cx="108585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验证层级</a:t>
                      </a:r>
                    </a:p>
                  </a:txBody>
                  <a:tcPr marL="91440" marR="91440" marT="45720" marB="45720">
                    <a:solidFill>
                      <a:srgbClr val="234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覆盖内容</a:t>
                      </a:r>
                    </a:p>
                  </a:txBody>
                  <a:tcPr marL="91440" marR="91440" marT="45720" marB="45720">
                    <a:solidFill>
                      <a:srgbClr val="234E3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规则与接口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金额、权限、批次、状态与隐私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独立请求并发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最后号源、最后库存、同一处方同时收费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迁移与初始化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空库升级、重复运行、保留库存消耗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前端与浏览器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组件、类型、构建及角色业务主线</a:t>
                      </a:r>
                    </a:p>
                  </a:txBody>
                  <a:tcPr marL="91440" marR="91440" marT="45720" marB="45720">
                    <a:solidFill>
                      <a:srgbClr val="F4F7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E4354-E173-421F-A61E-8888B310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A8F7E"/>
                </a:solidFill>
              </a:defRPr>
            </a:defPPr>
            <a:lvl1pPr>
              <a:defRPr sz="1800" b="0">
                <a:solidFill>
                  <a:srgbClr val="7A8F7E"/>
                </a:solidFill>
              </a:defRPr>
            </a:lvl1pPr>
            <a:lvl2pPr>
              <a:defRPr sz="1800" b="0">
                <a:solidFill>
                  <a:srgbClr val="7A8F7E"/>
                </a:solidFill>
              </a:defRPr>
            </a:lvl2pPr>
            <a:lvl3pPr>
              <a:defRPr sz="1800" b="0">
                <a:solidFill>
                  <a:srgbClr val="7A8F7E"/>
                </a:solidFill>
              </a:defRPr>
            </a:lvl3pPr>
            <a:lvl4pPr>
              <a:defRPr sz="1800" b="0">
                <a:solidFill>
                  <a:srgbClr val="7A8F7E"/>
                </a:solidFill>
              </a:defRPr>
            </a:lvl4pPr>
            <a:lvl5pPr>
              <a:defRPr sz="1800" b="0">
                <a:solidFill>
                  <a:srgbClr val="7A8F7E"/>
                </a:solidFill>
              </a:defRPr>
            </a:lvl5pPr>
            <a:lvl6pPr>
              <a:defRPr sz="1800" b="0">
                <a:solidFill>
                  <a:srgbClr val="7A8F7E"/>
                </a:solidFill>
              </a:defRPr>
            </a:lvl6pPr>
            <a:lvl7pPr>
              <a:defRPr sz="1800" b="0">
                <a:solidFill>
                  <a:srgbClr val="7A8F7E"/>
                </a:solidFill>
              </a:defRPr>
            </a:lvl7pPr>
            <a:lvl8pPr>
              <a:defRPr sz="1800" b="0">
                <a:solidFill>
                  <a:srgbClr val="7A8F7E"/>
                </a:solidFill>
              </a:defRPr>
            </a:lvl8pPr>
            <a:lvl9pPr>
              <a:defRPr sz="1800" b="0">
                <a:solidFill>
                  <a:srgbClr val="7A8F7E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A8F7E"/>
                </a:solidFill>
              </a:defRPr>
            </a:pPr>
            <a:r>
              <a:rPr sz="1800" b="0">
                <a:solidFill>
                  <a:srgbClr val="7A8F7E"/>
                </a:solidFill>
              </a:rPr>
              <a:t>实际条数、覆盖率和验证边界见随附测试报告</a:t>
            </a:r>
          </a:p>
        </p:txBody>
      </p:sp>
    </p:spTree>
    <p:extLst>
      <p:ext uri="{BB962C8B-B14F-4D97-AF65-F5344CB8AC3E}">
        <p14:creationId xmlns:p14="http://schemas.microsoft.com/office/powerpoint/2010/main" val="1866143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7A683-E133-4B45-9AAA-8861617C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</a:defRPr>
            </a:defPPr>
            <a:lvl1pPr>
              <a:defRPr sz="3450" b="1">
                <a:solidFill>
                  <a:srgbClr val="183E34"/>
                </a:solidFill>
              </a:defRPr>
            </a:lvl1pPr>
            <a:lvl2pPr>
              <a:defRPr sz="3450" b="1">
                <a:solidFill>
                  <a:srgbClr val="183E34"/>
                </a:solidFill>
              </a:defRPr>
            </a:lvl2pPr>
            <a:lvl3pPr>
              <a:defRPr sz="3450" b="1">
                <a:solidFill>
                  <a:srgbClr val="183E34"/>
                </a:solidFill>
              </a:defRPr>
            </a:lvl3pPr>
            <a:lvl4pPr>
              <a:defRPr sz="3450" b="1">
                <a:solidFill>
                  <a:srgbClr val="183E34"/>
                </a:solidFill>
              </a:defRPr>
            </a:lvl4pPr>
            <a:lvl5pPr>
              <a:defRPr sz="3450" b="1">
                <a:solidFill>
                  <a:srgbClr val="183E34"/>
                </a:solidFill>
              </a:defRPr>
            </a:lvl5pPr>
            <a:lvl6pPr>
              <a:defRPr sz="3450" b="1">
                <a:solidFill>
                  <a:srgbClr val="183E34"/>
                </a:solidFill>
              </a:defRPr>
            </a:lvl6pPr>
            <a:lvl7pPr>
              <a:defRPr sz="3450" b="1">
                <a:solidFill>
                  <a:srgbClr val="183E34"/>
                </a:solidFill>
              </a:defRPr>
            </a:lvl7pPr>
            <a:lvl8pPr>
              <a:defRPr sz="3450" b="1">
                <a:solidFill>
                  <a:srgbClr val="183E34"/>
                </a:solidFill>
              </a:defRPr>
            </a:lvl8pPr>
            <a:lvl9pPr>
              <a:defRPr sz="3450" b="1">
                <a:solidFill>
                  <a:srgbClr val="183E3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</a:defRPr>
            </a:pPr>
            <a:r>
              <a:rPr sz="3450" b="1">
                <a:solidFill>
                  <a:srgbClr val="183E34"/>
                </a:solidFill>
              </a:rPr>
              <a:t>安全与 AI 辅助边界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3D5F2-63DA-416C-A8DF-B2AF495F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9BBAB-CCA2-4F89-B9B7-BA284B97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F22CC-C96E-48F5-B7BA-825C7DEA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54E3F"/>
                </a:solidFill>
              </a:defRPr>
            </a:defPPr>
            <a:lvl1pPr>
              <a:defRPr sz="2475" b="1">
                <a:solidFill>
                  <a:srgbClr val="254E3F"/>
                </a:solidFill>
              </a:defRPr>
            </a:lvl1pPr>
            <a:lvl2pPr>
              <a:defRPr sz="2475" b="1">
                <a:solidFill>
                  <a:srgbClr val="254E3F"/>
                </a:solidFill>
              </a:defRPr>
            </a:lvl2pPr>
            <a:lvl3pPr>
              <a:defRPr sz="2475" b="1">
                <a:solidFill>
                  <a:srgbClr val="254E3F"/>
                </a:solidFill>
              </a:defRPr>
            </a:lvl3pPr>
            <a:lvl4pPr>
              <a:defRPr sz="2475" b="1">
                <a:solidFill>
                  <a:srgbClr val="254E3F"/>
                </a:solidFill>
              </a:defRPr>
            </a:lvl4pPr>
            <a:lvl5pPr>
              <a:defRPr sz="2475" b="1">
                <a:solidFill>
                  <a:srgbClr val="254E3F"/>
                </a:solidFill>
              </a:defRPr>
            </a:lvl5pPr>
            <a:lvl6pPr>
              <a:defRPr sz="2475" b="1">
                <a:solidFill>
                  <a:srgbClr val="254E3F"/>
                </a:solidFill>
              </a:defRPr>
            </a:lvl6pPr>
            <a:lvl7pPr>
              <a:defRPr sz="2475" b="1">
                <a:solidFill>
                  <a:srgbClr val="254E3F"/>
                </a:solidFill>
              </a:defRPr>
            </a:lvl7pPr>
            <a:lvl8pPr>
              <a:defRPr sz="2475" b="1">
                <a:solidFill>
                  <a:srgbClr val="254E3F"/>
                </a:solidFill>
              </a:defRPr>
            </a:lvl8pPr>
            <a:lvl9pPr>
              <a:defRPr sz="2475" b="1">
                <a:solidFill>
                  <a:srgbClr val="254E3F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54E3F"/>
                </a:solidFill>
              </a:defRPr>
            </a:pPr>
            <a:r>
              <a:rPr sz="2475" b="1">
                <a:solidFill>
                  <a:srgbClr val="254E3F"/>
                </a:solidFill>
              </a:rPr>
              <a:t>四角色权限与服务端数据保护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1320C-003B-465A-A1C9-A282BEB4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57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8534B"/>
                </a:solidFill>
              </a:defRPr>
            </a:defPPr>
            <a:lvl1pPr>
              <a:defRPr sz="2175" b="0">
                <a:solidFill>
                  <a:srgbClr val="38534B"/>
                </a:solidFill>
              </a:defRPr>
            </a:lvl1pPr>
            <a:lvl2pPr>
              <a:defRPr sz="2175" b="0">
                <a:solidFill>
                  <a:srgbClr val="38534B"/>
                </a:solidFill>
              </a:defRPr>
            </a:lvl2pPr>
            <a:lvl3pPr>
              <a:defRPr sz="2175" b="0">
                <a:solidFill>
                  <a:srgbClr val="38534B"/>
                </a:solidFill>
              </a:defRPr>
            </a:lvl3pPr>
            <a:lvl4pPr>
              <a:defRPr sz="2175" b="0">
                <a:solidFill>
                  <a:srgbClr val="38534B"/>
                </a:solidFill>
              </a:defRPr>
            </a:lvl4pPr>
            <a:lvl5pPr>
              <a:defRPr sz="2175" b="0">
                <a:solidFill>
                  <a:srgbClr val="38534B"/>
                </a:solidFill>
              </a:defRPr>
            </a:lvl5pPr>
            <a:lvl6pPr>
              <a:defRPr sz="2175" b="0">
                <a:solidFill>
                  <a:srgbClr val="38534B"/>
                </a:solidFill>
              </a:defRPr>
            </a:lvl6pPr>
            <a:lvl7pPr>
              <a:defRPr sz="2175" b="0">
                <a:solidFill>
                  <a:srgbClr val="38534B"/>
                </a:solidFill>
              </a:defRPr>
            </a:lvl7pPr>
            <a:lvl8pPr>
              <a:defRPr sz="2175" b="0">
                <a:solidFill>
                  <a:srgbClr val="38534B"/>
                </a:solidFill>
              </a:defRPr>
            </a:lvl8pPr>
            <a:lvl9pPr>
              <a:defRPr sz="21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8534B"/>
                </a:solidFill>
              </a:defRPr>
            </a:pPr>
            <a:r>
              <a:rPr sz="2175" b="0">
                <a:solidFill>
                  <a:srgbClr val="38534B"/>
                </a:solidFill>
              </a:rPr>
              <a:t>密码加盐哈希，接口检查角色与医生归属</a:t>
            </a:r>
          </a:p>
          <a:p xmlns:a="http://schemas.openxmlformats.org/drawingml/2006/main">
            <a:pPr>
              <a:defRPr sz="2175" b="0">
                <a:solidFill>
                  <a:srgbClr val="38534B"/>
                </a:solidFill>
              </a:defRPr>
            </a:pPr>
            <a:r>
              <a:rPr sz="2175" b="0">
                <a:solidFill>
                  <a:srgbClr val="38534B"/>
                </a:solidFill>
              </a:rPr>
              <a:t>患者身份信息保存与响应均脱敏</a:t>
            </a:r>
          </a:p>
          <a:p xmlns:a="http://schemas.openxmlformats.org/drawingml/2006/main">
            <a:pPr>
              <a:defRPr sz="2175" b="0">
                <a:solidFill>
                  <a:srgbClr val="38534B"/>
                </a:solidFill>
              </a:defRPr>
            </a:pPr>
            <a:r>
              <a:rPr sz="2175" b="0">
                <a:solidFill>
                  <a:srgbClr val="38534B"/>
                </a:solidFill>
              </a:rPr>
              <a:t>审计记录关键变化，避免密码和令牌泄漏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4DBAB-1D58-43D2-83F3-2FDF6682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6B8471"/>
                </a:solidFill>
              </a:defRPr>
            </a:defPPr>
            <a:lvl1pPr>
              <a:defRPr sz="2175" b="0">
                <a:solidFill>
                  <a:srgbClr val="6B8471"/>
                </a:solidFill>
              </a:defRPr>
            </a:lvl1pPr>
            <a:lvl2pPr>
              <a:defRPr sz="2175" b="0">
                <a:solidFill>
                  <a:srgbClr val="6B8471"/>
                </a:solidFill>
              </a:defRPr>
            </a:lvl2pPr>
            <a:lvl3pPr>
              <a:defRPr sz="2175" b="0">
                <a:solidFill>
                  <a:srgbClr val="6B8471"/>
                </a:solidFill>
              </a:defRPr>
            </a:lvl3pPr>
            <a:lvl4pPr>
              <a:defRPr sz="2175" b="0">
                <a:solidFill>
                  <a:srgbClr val="6B8471"/>
                </a:solidFill>
              </a:defRPr>
            </a:lvl4pPr>
            <a:lvl5pPr>
              <a:defRPr sz="2175" b="0">
                <a:solidFill>
                  <a:srgbClr val="6B8471"/>
                </a:solidFill>
              </a:defRPr>
            </a:lvl5pPr>
            <a:lvl6pPr>
              <a:defRPr sz="2175" b="0">
                <a:solidFill>
                  <a:srgbClr val="6B8471"/>
                </a:solidFill>
              </a:defRPr>
            </a:lvl6pPr>
            <a:lvl7pPr>
              <a:defRPr sz="2175" b="0">
                <a:solidFill>
                  <a:srgbClr val="6B8471"/>
                </a:solidFill>
              </a:defRPr>
            </a:lvl7pPr>
            <a:lvl8pPr>
              <a:defRPr sz="2175" b="0">
                <a:solidFill>
                  <a:srgbClr val="6B8471"/>
                </a:solidFill>
              </a:defRPr>
            </a:lvl8pPr>
            <a:lvl9pPr>
              <a:defRPr sz="2175" b="0">
                <a:solidFill>
                  <a:srgbClr val="6B8471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B8471"/>
                </a:solidFill>
              </a:defRPr>
            </a:pPr>
            <a:r>
              <a:rPr sz="2175" b="0">
                <a:solidFill>
                  <a:srgbClr val="6B8471"/>
                </a:solidFill>
              </a:rPr>
              <a:t>AI 默认关闭；错误与超时转人工评估，不替代医生判断</a:t>
            </a:r>
          </a:p>
        </p:txBody>
      </p:sp>
    </p:spTree>
    <p:extLst>
      <p:ext uri="{BB962C8B-B14F-4D97-AF65-F5344CB8AC3E}">
        <p14:creationId xmlns:p14="http://schemas.microsoft.com/office/powerpoint/2010/main" val="3910255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4C124-66D9-4511-B25C-2C6E8396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</a:defRPr>
            </a:defPPr>
            <a:lvl1pPr>
              <a:defRPr sz="3450" b="1">
                <a:solidFill>
                  <a:srgbClr val="183E34"/>
                </a:solidFill>
              </a:defRPr>
            </a:lvl1pPr>
            <a:lvl2pPr>
              <a:defRPr sz="3450" b="1">
                <a:solidFill>
                  <a:srgbClr val="183E34"/>
                </a:solidFill>
              </a:defRPr>
            </a:lvl2pPr>
            <a:lvl3pPr>
              <a:defRPr sz="3450" b="1">
                <a:solidFill>
                  <a:srgbClr val="183E34"/>
                </a:solidFill>
              </a:defRPr>
            </a:lvl3pPr>
            <a:lvl4pPr>
              <a:defRPr sz="3450" b="1">
                <a:solidFill>
                  <a:srgbClr val="183E34"/>
                </a:solidFill>
              </a:defRPr>
            </a:lvl4pPr>
            <a:lvl5pPr>
              <a:defRPr sz="3450" b="1">
                <a:solidFill>
                  <a:srgbClr val="183E34"/>
                </a:solidFill>
              </a:defRPr>
            </a:lvl5pPr>
            <a:lvl6pPr>
              <a:defRPr sz="3450" b="1">
                <a:solidFill>
                  <a:srgbClr val="183E34"/>
                </a:solidFill>
              </a:defRPr>
            </a:lvl6pPr>
            <a:lvl7pPr>
              <a:defRPr sz="3450" b="1">
                <a:solidFill>
                  <a:srgbClr val="183E34"/>
                </a:solidFill>
              </a:defRPr>
            </a:lvl7pPr>
            <a:lvl8pPr>
              <a:defRPr sz="3450" b="1">
                <a:solidFill>
                  <a:srgbClr val="183E34"/>
                </a:solidFill>
              </a:defRPr>
            </a:lvl8pPr>
            <a:lvl9pPr>
              <a:defRPr sz="3450" b="1">
                <a:solidFill>
                  <a:srgbClr val="183E3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</a:defRPr>
            </a:pPr>
            <a:r>
              <a:rPr sz="3450" b="1">
                <a:solidFill>
                  <a:srgbClr val="183E34"/>
                </a:solidFill>
              </a:rPr>
              <a:t>本机演示与交付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E6F5C-29EF-47B7-9C9A-A6D81140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5D45A-3CEF-46E0-8531-F5912D80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0338D-023C-4D71-8602-DC63F36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54E3F"/>
                </a:solidFill>
              </a:defRPr>
            </a:defPPr>
            <a:lvl1pPr>
              <a:defRPr sz="2625" b="1">
                <a:solidFill>
                  <a:srgbClr val="254E3F"/>
                </a:solidFill>
              </a:defRPr>
            </a:lvl1pPr>
            <a:lvl2pPr>
              <a:defRPr sz="2625" b="1">
                <a:solidFill>
                  <a:srgbClr val="254E3F"/>
                </a:solidFill>
              </a:defRPr>
            </a:lvl2pPr>
            <a:lvl3pPr>
              <a:defRPr sz="2625" b="1">
                <a:solidFill>
                  <a:srgbClr val="254E3F"/>
                </a:solidFill>
              </a:defRPr>
            </a:lvl3pPr>
            <a:lvl4pPr>
              <a:defRPr sz="2625" b="1">
                <a:solidFill>
                  <a:srgbClr val="254E3F"/>
                </a:solidFill>
              </a:defRPr>
            </a:lvl4pPr>
            <a:lvl5pPr>
              <a:defRPr sz="2625" b="1">
                <a:solidFill>
                  <a:srgbClr val="254E3F"/>
                </a:solidFill>
              </a:defRPr>
            </a:lvl5pPr>
            <a:lvl6pPr>
              <a:defRPr sz="2625" b="1">
                <a:solidFill>
                  <a:srgbClr val="254E3F"/>
                </a:solidFill>
              </a:defRPr>
            </a:lvl6pPr>
            <a:lvl7pPr>
              <a:defRPr sz="2625" b="1">
                <a:solidFill>
                  <a:srgbClr val="254E3F"/>
                </a:solidFill>
              </a:defRPr>
            </a:lvl7pPr>
            <a:lvl8pPr>
              <a:defRPr sz="2625" b="1">
                <a:solidFill>
                  <a:srgbClr val="254E3F"/>
                </a:solidFill>
              </a:defRPr>
            </a:lvl8pPr>
            <a:lvl9pPr>
              <a:defRPr sz="2625" b="1">
                <a:solidFill>
                  <a:srgbClr val="254E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54E3F"/>
                </a:solidFill>
              </a:defRPr>
            </a:pPr>
            <a:r>
              <a:rPr sz="2625" b="1">
                <a:solidFill>
                  <a:srgbClr val="254E3F"/>
                </a:solidFill>
              </a:rPr>
              <a:t>一条命令启动，按业务闭环现场操作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03184-F638-40F9-9279-65C63BDF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557A61"/>
                </a:solidFill>
              </a:defRPr>
            </a:defPPr>
            <a:lvl1pPr>
              <a:defRPr sz="2850" b="1">
                <a:solidFill>
                  <a:srgbClr val="557A61"/>
                </a:solidFill>
              </a:defRPr>
            </a:lvl1pPr>
            <a:lvl2pPr>
              <a:defRPr sz="2850" b="1">
                <a:solidFill>
                  <a:srgbClr val="557A61"/>
                </a:solidFill>
              </a:defRPr>
            </a:lvl2pPr>
            <a:lvl3pPr>
              <a:defRPr sz="2850" b="1">
                <a:solidFill>
                  <a:srgbClr val="557A61"/>
                </a:solidFill>
              </a:defRPr>
            </a:lvl3pPr>
            <a:lvl4pPr>
              <a:defRPr sz="2850" b="1">
                <a:solidFill>
                  <a:srgbClr val="557A61"/>
                </a:solidFill>
              </a:defRPr>
            </a:lvl4pPr>
            <a:lvl5pPr>
              <a:defRPr sz="2850" b="1">
                <a:solidFill>
                  <a:srgbClr val="557A61"/>
                </a:solidFill>
              </a:defRPr>
            </a:lvl5pPr>
            <a:lvl6pPr>
              <a:defRPr sz="2850" b="1">
                <a:solidFill>
                  <a:srgbClr val="557A61"/>
                </a:solidFill>
              </a:defRPr>
            </a:lvl6pPr>
            <a:lvl7pPr>
              <a:defRPr sz="2850" b="1">
                <a:solidFill>
                  <a:srgbClr val="557A61"/>
                </a:solidFill>
              </a:defRPr>
            </a:lvl7pPr>
            <a:lvl8pPr>
              <a:defRPr sz="2850" b="1">
                <a:solidFill>
                  <a:srgbClr val="557A61"/>
                </a:solidFill>
              </a:defRPr>
            </a:lvl8pPr>
            <a:lvl9pPr>
              <a:defRPr sz="2850" b="1">
                <a:solidFill>
                  <a:srgbClr val="557A61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557A61"/>
                </a:solidFill>
              </a:defRPr>
            </a:pPr>
            <a:r>
              <a:rPr sz="2850" b="1">
                <a:solidFill>
                  <a:srgbClr val="557A61"/>
                </a:solidFill>
              </a:rPr>
              <a:t>start-demo.ps1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8922B-1AD8-4A4F-A106-F5824F78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57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8534B"/>
                </a:solidFill>
              </a:defRPr>
            </a:defPPr>
            <a:lvl1pPr>
              <a:defRPr sz="2100" b="0">
                <a:solidFill>
                  <a:srgbClr val="38534B"/>
                </a:solidFill>
              </a:defRPr>
            </a:lvl1pPr>
            <a:lvl2pPr>
              <a:defRPr sz="2100" b="0">
                <a:solidFill>
                  <a:srgbClr val="38534B"/>
                </a:solidFill>
              </a:defRPr>
            </a:lvl2pPr>
            <a:lvl3pPr>
              <a:defRPr sz="2100" b="0">
                <a:solidFill>
                  <a:srgbClr val="38534B"/>
                </a:solidFill>
              </a:defRPr>
            </a:lvl3pPr>
            <a:lvl4pPr>
              <a:defRPr sz="2100" b="0">
                <a:solidFill>
                  <a:srgbClr val="38534B"/>
                </a:solidFill>
              </a:defRPr>
            </a:lvl4pPr>
            <a:lvl5pPr>
              <a:defRPr sz="2100" b="0">
                <a:solidFill>
                  <a:srgbClr val="38534B"/>
                </a:solidFill>
              </a:defRPr>
            </a:lvl5pPr>
            <a:lvl6pPr>
              <a:defRPr sz="2100" b="0">
                <a:solidFill>
                  <a:srgbClr val="38534B"/>
                </a:solidFill>
              </a:defRPr>
            </a:lvl6pPr>
            <a:lvl7pPr>
              <a:defRPr sz="2100" b="0">
                <a:solidFill>
                  <a:srgbClr val="38534B"/>
                </a:solidFill>
              </a:defRPr>
            </a:lvl7pPr>
            <a:lvl8pPr>
              <a:defRPr sz="2100" b="0">
                <a:solidFill>
                  <a:srgbClr val="38534B"/>
                </a:solidFill>
              </a:defRPr>
            </a:lvl8pPr>
            <a:lvl9pPr>
              <a:defRPr sz="2100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8534B"/>
                </a:solidFill>
              </a:defRPr>
            </a:pPr>
            <a:r>
              <a:rPr sz="2100" b="0">
                <a:solidFill>
                  <a:srgbClr val="38534B"/>
                </a:solidFill>
              </a:rPr>
              <a:t>代码、演示 PPT、课程报告与测试证据一并提交</a:t>
            </a:r>
          </a:p>
          <a:p xmlns:a="http://schemas.openxmlformats.org/drawingml/2006/main">
            <a:pPr>
              <a:defRPr sz="2100" b="0">
                <a:solidFill>
                  <a:srgbClr val="38534B"/>
                </a:solidFill>
              </a:defRPr>
            </a:pPr>
            <a:r>
              <a:rPr sz="2100" b="0">
                <a:solidFill>
                  <a:srgbClr val="38534B"/>
                </a:solidFill>
              </a:rPr>
              <a:t>5 分钟展示主线，2 分钟说明缺陷修复与设计取舍</a:t>
            </a:r>
          </a:p>
          <a:p xmlns:a="http://schemas.openxmlformats.org/drawingml/2006/main">
            <a:pPr>
              <a:defRPr sz="2100" b="0">
                <a:solidFill>
                  <a:srgbClr val="38534B"/>
                </a:solidFill>
              </a:defRPr>
            </a:pPr>
            <a:r>
              <a:rPr sz="2100" b="0">
                <a:solidFill>
                  <a:srgbClr val="38534B"/>
                </a:solidFill>
              </a:rPr>
              <a:t>无需公网地址，课前准备独立演示数据库</a:t>
            </a:r>
          </a:p>
        </p:txBody>
      </p:sp>
    </p:spTree>
    <p:extLst>
      <p:ext uri="{BB962C8B-B14F-4D97-AF65-F5344CB8AC3E}">
        <p14:creationId xmlns:p14="http://schemas.microsoft.com/office/powerpoint/2010/main" val="1862984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2026-10-29T08:56:48.1220000Z</dcterms:created>
  <dcterms:modified xsi:type="dcterms:W3CDTF">2026-10-29T08:56:48.1220000Z</dcterms:modified>
</coreProperties>
</file>